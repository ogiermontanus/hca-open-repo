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03" r:id="rId2"/>
    <p:sldId id="293" r:id="rId3"/>
    <p:sldId id="305" r:id="rId4"/>
    <p:sldId id="314" r:id="rId5"/>
    <p:sldId id="317" r:id="rId6"/>
    <p:sldId id="315" r:id="rId7"/>
    <p:sldId id="278" r:id="rId8"/>
    <p:sldId id="306" r:id="rId9"/>
    <p:sldId id="307" r:id="rId10"/>
    <p:sldId id="279" r:id="rId11"/>
    <p:sldId id="311" r:id="rId12"/>
    <p:sldId id="312" r:id="rId13"/>
    <p:sldId id="313" r:id="rId14"/>
    <p:sldId id="308" r:id="rId15"/>
    <p:sldId id="304" r:id="rId16"/>
    <p:sldId id="316" r:id="rId17"/>
    <p:sldId id="320" r:id="rId18"/>
    <p:sldId id="321" r:id="rId19"/>
    <p:sldId id="322" r:id="rId20"/>
    <p:sldId id="323" r:id="rId21"/>
    <p:sldId id="319" r:id="rId22"/>
    <p:sldId id="324" r:id="rId23"/>
    <p:sldId id="325" r:id="rId24"/>
    <p:sldId id="326" r:id="rId2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B656"/>
    <a:srgbClr val="A8A8A8"/>
    <a:srgbClr val="3E7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8236C5-7F02-4608-A7AF-825DC01A6E20}" v="40" dt="2026-06-08T09:59:30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40" autoAdjust="0"/>
  </p:normalViewPr>
  <p:slideViewPr>
    <p:cSldViewPr snapToGrid="0">
      <p:cViewPr varScale="1">
        <p:scale>
          <a:sx n="106" d="100"/>
          <a:sy n="106" d="100"/>
        </p:scale>
        <p:origin x="630" y="108"/>
      </p:cViewPr>
      <p:guideLst/>
    </p:cSldViewPr>
  </p:slideViewPr>
  <p:outlineViewPr>
    <p:cViewPr>
      <p:scale>
        <a:sx n="33" d="100"/>
        <a:sy n="33" d="100"/>
      </p:scale>
      <p:origin x="0" y="-466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 Lebech" userId="336102b2e0c7b8c6" providerId="LiveId" clId="{421A7AC4-97E4-40DC-BB4A-758468415E2A}"/>
    <pc:docChg chg="undo custSel addSld delSld modSld sldOrd">
      <pc:chgData name="Ole Lebech" userId="336102b2e0c7b8c6" providerId="LiveId" clId="{421A7AC4-97E4-40DC-BB4A-758468415E2A}" dt="2026-06-08T14:37:25.979" v="5110" actId="962"/>
      <pc:docMkLst>
        <pc:docMk/>
      </pc:docMkLst>
      <pc:sldChg chg="modSp mod">
        <pc:chgData name="Ole Lebech" userId="336102b2e0c7b8c6" providerId="LiveId" clId="{421A7AC4-97E4-40DC-BB4A-758468415E2A}" dt="2026-05-29T11:22:41.803" v="544" actId="20577"/>
        <pc:sldMkLst>
          <pc:docMk/>
          <pc:sldMk cId="746246967" sldId="278"/>
        </pc:sldMkLst>
        <pc:spChg chg="mod">
          <ac:chgData name="Ole Lebech" userId="336102b2e0c7b8c6" providerId="LiveId" clId="{421A7AC4-97E4-40DC-BB4A-758468415E2A}" dt="2026-05-29T11:22:41.803" v="544" actId="20577"/>
          <ac:spMkLst>
            <pc:docMk/>
            <pc:sldMk cId="746246967" sldId="278"/>
            <ac:spMk id="6" creationId="{A6BD1D70-DABE-F28C-FE39-2A21FF7C50B7}"/>
          </ac:spMkLst>
        </pc:spChg>
      </pc:sldChg>
      <pc:sldChg chg="modSp mod">
        <pc:chgData name="Ole Lebech" userId="336102b2e0c7b8c6" providerId="LiveId" clId="{421A7AC4-97E4-40DC-BB4A-758468415E2A}" dt="2026-05-29T11:22:55.640" v="545" actId="20577"/>
        <pc:sldMkLst>
          <pc:docMk/>
          <pc:sldMk cId="3852421974" sldId="279"/>
        </pc:sldMkLst>
        <pc:spChg chg="mod">
          <ac:chgData name="Ole Lebech" userId="336102b2e0c7b8c6" providerId="LiveId" clId="{421A7AC4-97E4-40DC-BB4A-758468415E2A}" dt="2026-05-29T11:22:55.640" v="545" actId="20577"/>
          <ac:spMkLst>
            <pc:docMk/>
            <pc:sldMk cId="3852421974" sldId="279"/>
            <ac:spMk id="6" creationId="{FF4A6281-31DB-9F90-5A60-3593D8289EBC}"/>
          </ac:spMkLst>
        </pc:spChg>
      </pc:sldChg>
      <pc:sldChg chg="modSp mod">
        <pc:chgData name="Ole Lebech" userId="336102b2e0c7b8c6" providerId="LiveId" clId="{421A7AC4-97E4-40DC-BB4A-758468415E2A}" dt="2026-05-31T11:13:29.975" v="1317" actId="20577"/>
        <pc:sldMkLst>
          <pc:docMk/>
          <pc:sldMk cId="4139566268" sldId="293"/>
        </pc:sldMkLst>
        <pc:spChg chg="mod">
          <ac:chgData name="Ole Lebech" userId="336102b2e0c7b8c6" providerId="LiveId" clId="{421A7AC4-97E4-40DC-BB4A-758468415E2A}" dt="2026-05-29T18:57:12.484" v="1126" actId="207"/>
          <ac:spMkLst>
            <pc:docMk/>
            <pc:sldMk cId="4139566268" sldId="293"/>
            <ac:spMk id="4" creationId="{B078B52A-92F8-E03D-F3E1-86F2B9A3277B}"/>
          </ac:spMkLst>
        </pc:spChg>
        <pc:spChg chg="mod">
          <ac:chgData name="Ole Lebech" userId="336102b2e0c7b8c6" providerId="LiveId" clId="{421A7AC4-97E4-40DC-BB4A-758468415E2A}" dt="2026-05-29T18:57:12.484" v="1126" actId="207"/>
          <ac:spMkLst>
            <pc:docMk/>
            <pc:sldMk cId="4139566268" sldId="293"/>
            <ac:spMk id="14" creationId="{5C4CCEE7-190D-BD92-7A47-ECFFF69E1BB4}"/>
          </ac:spMkLst>
        </pc:spChg>
        <pc:spChg chg="mod">
          <ac:chgData name="Ole Lebech" userId="336102b2e0c7b8c6" providerId="LiveId" clId="{421A7AC4-97E4-40DC-BB4A-758468415E2A}" dt="2026-05-29T18:57:12.484" v="1126" actId="207"/>
          <ac:spMkLst>
            <pc:docMk/>
            <pc:sldMk cId="4139566268" sldId="293"/>
            <ac:spMk id="61" creationId="{6E7AE17E-8BB5-6749-2AF4-F2F2DE5CAB7F}"/>
          </ac:spMkLst>
        </pc:spChg>
        <pc:spChg chg="mod">
          <ac:chgData name="Ole Lebech" userId="336102b2e0c7b8c6" providerId="LiveId" clId="{421A7AC4-97E4-40DC-BB4A-758468415E2A}" dt="2026-05-31T11:13:29.975" v="1317" actId="20577"/>
          <ac:spMkLst>
            <pc:docMk/>
            <pc:sldMk cId="4139566268" sldId="293"/>
            <ac:spMk id="105" creationId="{98825E7E-017B-E342-D3CE-E9B51C246888}"/>
          </ac:spMkLst>
        </pc:spChg>
      </pc:sldChg>
      <pc:sldChg chg="addSp delSp modSp mod">
        <pc:chgData name="Ole Lebech" userId="336102b2e0c7b8c6" providerId="LiveId" clId="{421A7AC4-97E4-40DC-BB4A-758468415E2A}" dt="2026-05-29T11:04:12.498" v="470" actId="166"/>
        <pc:sldMkLst>
          <pc:docMk/>
          <pc:sldMk cId="1610848639" sldId="303"/>
        </pc:sldMkLst>
        <pc:spChg chg="add mod ord">
          <ac:chgData name="Ole Lebech" userId="336102b2e0c7b8c6" providerId="LiveId" clId="{421A7AC4-97E4-40DC-BB4A-758468415E2A}" dt="2026-05-29T11:04:12.498" v="470" actId="166"/>
          <ac:spMkLst>
            <pc:docMk/>
            <pc:sldMk cId="1610848639" sldId="303"/>
            <ac:spMk id="6" creationId="{2C5F2A82-3C05-0224-3A89-4F4BEAE6E4F1}"/>
          </ac:spMkLst>
        </pc:spChg>
        <pc:spChg chg="add mod">
          <ac:chgData name="Ole Lebech" userId="336102b2e0c7b8c6" providerId="LiveId" clId="{421A7AC4-97E4-40DC-BB4A-758468415E2A}" dt="2026-05-29T11:03:40.533" v="462" actId="1076"/>
          <ac:spMkLst>
            <pc:docMk/>
            <pc:sldMk cId="1610848639" sldId="303"/>
            <ac:spMk id="15" creationId="{E7BDBCEC-59EA-4BBC-63C6-CC65A41D1371}"/>
          </ac:spMkLst>
        </pc:spChg>
        <pc:spChg chg="add mod">
          <ac:chgData name="Ole Lebech" userId="336102b2e0c7b8c6" providerId="LiveId" clId="{421A7AC4-97E4-40DC-BB4A-758468415E2A}" dt="2026-05-29T11:03:56.776" v="467" actId="1076"/>
          <ac:spMkLst>
            <pc:docMk/>
            <pc:sldMk cId="1610848639" sldId="303"/>
            <ac:spMk id="23" creationId="{810910D8-BC5F-DA45-1BFD-D411AFF910C2}"/>
          </ac:spMkLst>
        </pc:spChg>
        <pc:spChg chg="mod">
          <ac:chgData name="Ole Lebech" userId="336102b2e0c7b8c6" providerId="LiveId" clId="{421A7AC4-97E4-40DC-BB4A-758468415E2A}" dt="2026-05-29T11:01:54.781" v="432" actId="20577"/>
          <ac:spMkLst>
            <pc:docMk/>
            <pc:sldMk cId="1610848639" sldId="303"/>
            <ac:spMk id="128" creationId="{68A45FEA-DED9-74A7-AA58-E5A92AF6CE26}"/>
          </ac:spMkLst>
        </pc:spChg>
        <pc:cxnChg chg="add mod">
          <ac:chgData name="Ole Lebech" userId="336102b2e0c7b8c6" providerId="LiveId" clId="{421A7AC4-97E4-40DC-BB4A-758468415E2A}" dt="2026-05-29T11:03:56.776" v="467" actId="1076"/>
          <ac:cxnSpMkLst>
            <pc:docMk/>
            <pc:sldMk cId="1610848639" sldId="303"/>
            <ac:cxnSpMk id="17" creationId="{B1F607AF-4E4B-D847-4EDD-D793446604DC}"/>
          </ac:cxnSpMkLst>
        </pc:cxnChg>
      </pc:sldChg>
      <pc:sldChg chg="addSp delSp modSp mod setBg">
        <pc:chgData name="Ole Lebech" userId="336102b2e0c7b8c6" providerId="LiveId" clId="{421A7AC4-97E4-40DC-BB4A-758468415E2A}" dt="2026-05-29T11:47:22.886" v="1022" actId="14100"/>
        <pc:sldMkLst>
          <pc:docMk/>
          <pc:sldMk cId="3771288793" sldId="304"/>
        </pc:sldMkLst>
        <pc:spChg chg="add mod">
          <ac:chgData name="Ole Lebech" userId="336102b2e0c7b8c6" providerId="LiveId" clId="{421A7AC4-97E4-40DC-BB4A-758468415E2A}" dt="2026-05-29T11:42:08.553" v="895" actId="14100"/>
          <ac:spMkLst>
            <pc:docMk/>
            <pc:sldMk cId="3771288793" sldId="304"/>
            <ac:spMk id="20" creationId="{259CFCC4-766E-E9A6-E2FE-E906972AD0C9}"/>
          </ac:spMkLst>
        </pc:spChg>
        <pc:spChg chg="add mod">
          <ac:chgData name="Ole Lebech" userId="336102b2e0c7b8c6" providerId="LiveId" clId="{421A7AC4-97E4-40DC-BB4A-758468415E2A}" dt="2026-05-29T11:42:00.103" v="893" actId="14100"/>
          <ac:spMkLst>
            <pc:docMk/>
            <pc:sldMk cId="3771288793" sldId="304"/>
            <ac:spMk id="21" creationId="{15DF9124-21E5-72FA-E43B-1BD410B4B373}"/>
          </ac:spMkLst>
        </pc:spChg>
        <pc:spChg chg="add mod">
          <ac:chgData name="Ole Lebech" userId="336102b2e0c7b8c6" providerId="LiveId" clId="{421A7AC4-97E4-40DC-BB4A-758468415E2A}" dt="2026-05-29T11:42:43.194" v="900" actId="14100"/>
          <ac:spMkLst>
            <pc:docMk/>
            <pc:sldMk cId="3771288793" sldId="304"/>
            <ac:spMk id="24" creationId="{EAD7F06C-5300-3CAF-93AA-3674F4DE3DDC}"/>
          </ac:spMkLst>
        </pc:spChg>
        <pc:spChg chg="add mod">
          <ac:chgData name="Ole Lebech" userId="336102b2e0c7b8c6" providerId="LiveId" clId="{421A7AC4-97E4-40DC-BB4A-758468415E2A}" dt="2026-05-29T11:43:51.856" v="970" actId="1076"/>
          <ac:spMkLst>
            <pc:docMk/>
            <pc:sldMk cId="3771288793" sldId="304"/>
            <ac:spMk id="25" creationId="{5240DF37-28E5-5F62-CAD9-D6FF8E182E39}"/>
          </ac:spMkLst>
        </pc:spChg>
        <pc:spChg chg="add mod">
          <ac:chgData name="Ole Lebech" userId="336102b2e0c7b8c6" providerId="LiveId" clId="{421A7AC4-97E4-40DC-BB4A-758468415E2A}" dt="2026-05-29T11:44:05.879" v="979" actId="20577"/>
          <ac:spMkLst>
            <pc:docMk/>
            <pc:sldMk cId="3771288793" sldId="304"/>
            <ac:spMk id="26" creationId="{B35F1DD6-5B6E-2184-B3E4-65507613C5F3}"/>
          </ac:spMkLst>
        </pc:spChg>
        <pc:spChg chg="add mod">
          <ac:chgData name="Ole Lebech" userId="336102b2e0c7b8c6" providerId="LiveId" clId="{421A7AC4-97E4-40DC-BB4A-758468415E2A}" dt="2026-05-29T11:45:11.157" v="1021" actId="1076"/>
          <ac:spMkLst>
            <pc:docMk/>
            <pc:sldMk cId="3771288793" sldId="304"/>
            <ac:spMk id="27" creationId="{F353F659-8D48-EDCA-AF00-AFA2AC582E06}"/>
          </ac:spMkLst>
        </pc:spChg>
        <pc:picChg chg="add mod">
          <ac:chgData name="Ole Lebech" userId="336102b2e0c7b8c6" providerId="LiveId" clId="{421A7AC4-97E4-40DC-BB4A-758468415E2A}" dt="2026-05-29T11:36:56.831" v="860" actId="962"/>
          <ac:picMkLst>
            <pc:docMk/>
            <pc:sldMk cId="3771288793" sldId="304"/>
            <ac:picMk id="16" creationId="{EEA4699D-58B4-A64D-6530-789D7A7A432D}"/>
          </ac:picMkLst>
        </pc:picChg>
        <pc:picChg chg="add mod ord">
          <ac:chgData name="Ole Lebech" userId="336102b2e0c7b8c6" providerId="LiveId" clId="{421A7AC4-97E4-40DC-BB4A-758468415E2A}" dt="2026-05-29T11:47:22.886" v="1022" actId="14100"/>
          <ac:picMkLst>
            <pc:docMk/>
            <pc:sldMk cId="3771288793" sldId="304"/>
            <ac:picMk id="23" creationId="{AC0ABE89-5902-E551-3421-8BDEB605563F}"/>
          </ac:picMkLst>
        </pc:picChg>
      </pc:sldChg>
      <pc:sldChg chg="modSp mod">
        <pc:chgData name="Ole Lebech" userId="336102b2e0c7b8c6" providerId="LiveId" clId="{421A7AC4-97E4-40DC-BB4A-758468415E2A}" dt="2026-05-31T11:14:32.087" v="1329" actId="20577"/>
        <pc:sldMkLst>
          <pc:docMk/>
          <pc:sldMk cId="267564975" sldId="305"/>
        </pc:sldMkLst>
        <pc:spChg chg="mod">
          <ac:chgData name="Ole Lebech" userId="336102b2e0c7b8c6" providerId="LiveId" clId="{421A7AC4-97E4-40DC-BB4A-758468415E2A}" dt="2026-05-31T11:12:50.700" v="1292" actId="1076"/>
          <ac:spMkLst>
            <pc:docMk/>
            <pc:sldMk cId="267564975" sldId="305"/>
            <ac:spMk id="3" creationId="{01BFB367-0998-002A-75FE-FAE9D30C749A}"/>
          </ac:spMkLst>
        </pc:spChg>
        <pc:spChg chg="mod">
          <ac:chgData name="Ole Lebech" userId="336102b2e0c7b8c6" providerId="LiveId" clId="{421A7AC4-97E4-40DC-BB4A-758468415E2A}" dt="2026-05-31T11:14:32.087" v="1329" actId="20577"/>
          <ac:spMkLst>
            <pc:docMk/>
            <pc:sldMk cId="267564975" sldId="305"/>
            <ac:spMk id="105" creationId="{0D55FD35-EABB-4D57-5EF4-8673C10263B2}"/>
          </ac:spMkLst>
        </pc:spChg>
      </pc:sldChg>
      <pc:sldChg chg="addSp delSp modSp mod ord">
        <pc:chgData name="Ole Lebech" userId="336102b2e0c7b8c6" providerId="LiveId" clId="{421A7AC4-97E4-40DC-BB4A-758468415E2A}" dt="2026-05-29T11:31:30.972" v="838" actId="20577"/>
        <pc:sldMkLst>
          <pc:docMk/>
          <pc:sldMk cId="845724646" sldId="308"/>
        </pc:sldMkLst>
        <pc:spChg chg="mod">
          <ac:chgData name="Ole Lebech" userId="336102b2e0c7b8c6" providerId="LiveId" clId="{421A7AC4-97E4-40DC-BB4A-758468415E2A}" dt="2026-05-29T10:39:47.357" v="351" actId="403"/>
          <ac:spMkLst>
            <pc:docMk/>
            <pc:sldMk cId="845724646" sldId="308"/>
            <ac:spMk id="2" creationId="{D626FFC3-549F-F96E-305F-542267C71F14}"/>
          </ac:spMkLst>
        </pc:spChg>
        <pc:spChg chg="add mod">
          <ac:chgData name="Ole Lebech" userId="336102b2e0c7b8c6" providerId="LiveId" clId="{421A7AC4-97E4-40DC-BB4A-758468415E2A}" dt="2026-05-29T10:51:26.962" v="402" actId="20577"/>
          <ac:spMkLst>
            <pc:docMk/>
            <pc:sldMk cId="845724646" sldId="308"/>
            <ac:spMk id="42" creationId="{8E7C0E1F-F9B1-8549-FEE1-7E2D4FF67839}"/>
          </ac:spMkLst>
        </pc:spChg>
        <pc:spChg chg="add mod">
          <ac:chgData name="Ole Lebech" userId="336102b2e0c7b8c6" providerId="LiveId" clId="{421A7AC4-97E4-40DC-BB4A-758468415E2A}" dt="2026-05-29T10:51:48.394" v="418" actId="20577"/>
          <ac:spMkLst>
            <pc:docMk/>
            <pc:sldMk cId="845724646" sldId="308"/>
            <ac:spMk id="43" creationId="{37B16D52-4254-22F0-622F-A013EE3F2289}"/>
          </ac:spMkLst>
        </pc:spChg>
        <pc:spChg chg="add mod">
          <ac:chgData name="Ole Lebech" userId="336102b2e0c7b8c6" providerId="LiveId" clId="{421A7AC4-97E4-40DC-BB4A-758468415E2A}" dt="2026-05-29T11:31:30.972" v="838" actId="20577"/>
          <ac:spMkLst>
            <pc:docMk/>
            <pc:sldMk cId="845724646" sldId="308"/>
            <ac:spMk id="51" creationId="{532BB62C-13B9-6986-39C0-9A1A921E53FE}"/>
          </ac:spMkLst>
        </pc:spChg>
        <pc:picChg chg="add mod">
          <ac:chgData name="Ole Lebech" userId="336102b2e0c7b8c6" providerId="LiveId" clId="{421A7AC4-97E4-40DC-BB4A-758468415E2A}" dt="2026-05-29T10:41:28.785" v="362" actId="1076"/>
          <ac:picMkLst>
            <pc:docMk/>
            <pc:sldMk cId="845724646" sldId="308"/>
            <ac:picMk id="24" creationId="{B3B72ADE-ED4B-98A0-3CF9-4733EA800834}"/>
          </ac:picMkLst>
        </pc:picChg>
        <pc:picChg chg="add mod">
          <ac:chgData name="Ole Lebech" userId="336102b2e0c7b8c6" providerId="LiveId" clId="{421A7AC4-97E4-40DC-BB4A-758468415E2A}" dt="2026-05-29T10:41:28.785" v="362" actId="1076"/>
          <ac:picMkLst>
            <pc:docMk/>
            <pc:sldMk cId="845724646" sldId="308"/>
            <ac:picMk id="31" creationId="{F91C4802-1204-517B-69F0-674CE7EFB36E}"/>
          </ac:picMkLst>
        </pc:picChg>
        <pc:picChg chg="add mod">
          <ac:chgData name="Ole Lebech" userId="336102b2e0c7b8c6" providerId="LiveId" clId="{421A7AC4-97E4-40DC-BB4A-758468415E2A}" dt="2026-05-29T10:41:28.785" v="362" actId="1076"/>
          <ac:picMkLst>
            <pc:docMk/>
            <pc:sldMk cId="845724646" sldId="308"/>
            <ac:picMk id="33" creationId="{BA8D148D-83E7-7EEF-E207-22181C0559FA}"/>
          </ac:picMkLst>
        </pc:picChg>
        <pc:picChg chg="add mod">
          <ac:chgData name="Ole Lebech" userId="336102b2e0c7b8c6" providerId="LiveId" clId="{421A7AC4-97E4-40DC-BB4A-758468415E2A}" dt="2026-05-29T10:41:28.785" v="362" actId="1076"/>
          <ac:picMkLst>
            <pc:docMk/>
            <pc:sldMk cId="845724646" sldId="308"/>
            <ac:picMk id="35" creationId="{768C32A3-61A0-698F-523F-EDD881D7102E}"/>
          </ac:picMkLst>
        </pc:picChg>
        <pc:picChg chg="add mod">
          <ac:chgData name="Ole Lebech" userId="336102b2e0c7b8c6" providerId="LiveId" clId="{421A7AC4-97E4-40DC-BB4A-758468415E2A}" dt="2026-05-29T10:45:32.875" v="370" actId="1076"/>
          <ac:picMkLst>
            <pc:docMk/>
            <pc:sldMk cId="845724646" sldId="308"/>
            <ac:picMk id="37" creationId="{DCD18790-02D8-7ADD-4E9C-CA94808E57CD}"/>
          </ac:picMkLst>
        </pc:picChg>
        <pc:picChg chg="add mod">
          <ac:chgData name="Ole Lebech" userId="336102b2e0c7b8c6" providerId="LiveId" clId="{421A7AC4-97E4-40DC-BB4A-758468415E2A}" dt="2026-05-29T10:50:20.198" v="386" actId="14861"/>
          <ac:picMkLst>
            <pc:docMk/>
            <pc:sldMk cId="845724646" sldId="308"/>
            <ac:picMk id="39" creationId="{0A5F41BC-48A0-519E-64AF-96D16D6E89BA}"/>
          </ac:picMkLst>
        </pc:picChg>
        <pc:picChg chg="add mod">
          <ac:chgData name="Ole Lebech" userId="336102b2e0c7b8c6" providerId="LiveId" clId="{421A7AC4-97E4-40DC-BB4A-758468415E2A}" dt="2026-05-29T10:50:20.198" v="386" actId="14861"/>
          <ac:picMkLst>
            <pc:docMk/>
            <pc:sldMk cId="845724646" sldId="308"/>
            <ac:picMk id="41" creationId="{69E572A2-A0E7-A4BE-7A11-6AD5B6DD26BC}"/>
          </ac:picMkLst>
        </pc:picChg>
        <pc:picChg chg="add mod">
          <ac:chgData name="Ole Lebech" userId="336102b2e0c7b8c6" providerId="LiveId" clId="{421A7AC4-97E4-40DC-BB4A-758468415E2A}" dt="2026-05-29T10:55:22.367" v="428" actId="14861"/>
          <ac:picMkLst>
            <pc:docMk/>
            <pc:sldMk cId="845724646" sldId="308"/>
            <ac:picMk id="50" creationId="{4B44C403-F063-9988-B703-9B0D26D1985E}"/>
          </ac:picMkLst>
        </pc:picChg>
      </pc:sldChg>
      <pc:sldChg chg="addSp delSp modSp add mod">
        <pc:chgData name="Ole Lebech" userId="336102b2e0c7b8c6" providerId="LiveId" clId="{421A7AC4-97E4-40DC-BB4A-758468415E2A}" dt="2026-06-01T06:16:23.165" v="1564" actId="20577"/>
        <pc:sldMkLst>
          <pc:docMk/>
          <pc:sldMk cId="2678634806" sldId="311"/>
        </pc:sldMkLst>
        <pc:spChg chg="mod">
          <ac:chgData name="Ole Lebech" userId="336102b2e0c7b8c6" providerId="LiveId" clId="{421A7AC4-97E4-40DC-BB4A-758468415E2A}" dt="2026-05-29T10:39:36.499" v="344" actId="403"/>
          <ac:spMkLst>
            <pc:docMk/>
            <pc:sldMk cId="2678634806" sldId="311"/>
            <ac:spMk id="2" creationId="{3AC3EF09-3EFD-CFBB-1C15-23F4A911284F}"/>
          </ac:spMkLst>
        </pc:spChg>
        <pc:spChg chg="add mod">
          <ac:chgData name="Ole Lebech" userId="336102b2e0c7b8c6" providerId="LiveId" clId="{421A7AC4-97E4-40DC-BB4A-758468415E2A}" dt="2026-05-29T11:25:36.258" v="586" actId="1076"/>
          <ac:spMkLst>
            <pc:docMk/>
            <pc:sldMk cId="2678634806" sldId="311"/>
            <ac:spMk id="7" creationId="{B2506BC8-BABF-3F46-BDAB-2C6A54F83C49}"/>
          </ac:spMkLst>
        </pc:spChg>
        <pc:spChg chg="add mod">
          <ac:chgData name="Ole Lebech" userId="336102b2e0c7b8c6" providerId="LiveId" clId="{421A7AC4-97E4-40DC-BB4A-758468415E2A}" dt="2026-06-01T06:15:11.299" v="1524" actId="20577"/>
          <ac:spMkLst>
            <pc:docMk/>
            <pc:sldMk cId="2678634806" sldId="311"/>
            <ac:spMk id="8" creationId="{F0482A34-0145-52DE-5901-E16F509A6036}"/>
          </ac:spMkLst>
        </pc:spChg>
        <pc:spChg chg="add mod">
          <ac:chgData name="Ole Lebech" userId="336102b2e0c7b8c6" providerId="LiveId" clId="{421A7AC4-97E4-40DC-BB4A-758468415E2A}" dt="2026-06-01T06:15:28.112" v="1535" actId="1076"/>
          <ac:spMkLst>
            <pc:docMk/>
            <pc:sldMk cId="2678634806" sldId="311"/>
            <ac:spMk id="10" creationId="{8C8774F4-BF6B-3C0D-F047-A45D5B7CBE6A}"/>
          </ac:spMkLst>
        </pc:spChg>
        <pc:spChg chg="add mod">
          <ac:chgData name="Ole Lebech" userId="336102b2e0c7b8c6" providerId="LiveId" clId="{421A7AC4-97E4-40DC-BB4A-758468415E2A}" dt="2026-06-01T06:16:12.788" v="1554" actId="1076"/>
          <ac:spMkLst>
            <pc:docMk/>
            <pc:sldMk cId="2678634806" sldId="311"/>
            <ac:spMk id="12" creationId="{7CABFA73-7255-8332-805F-CB963F89046B}"/>
          </ac:spMkLst>
        </pc:spChg>
        <pc:spChg chg="add mod">
          <ac:chgData name="Ole Lebech" userId="336102b2e0c7b8c6" providerId="LiveId" clId="{421A7AC4-97E4-40DC-BB4A-758468415E2A}" dt="2026-06-01T06:15:59.571" v="1544"/>
          <ac:spMkLst>
            <pc:docMk/>
            <pc:sldMk cId="2678634806" sldId="311"/>
            <ac:spMk id="13" creationId="{1D4654B6-B888-125F-B3D1-089B918FF830}"/>
          </ac:spMkLst>
        </pc:spChg>
        <pc:spChg chg="add mod">
          <ac:chgData name="Ole Lebech" userId="336102b2e0c7b8c6" providerId="LiveId" clId="{421A7AC4-97E4-40DC-BB4A-758468415E2A}" dt="2026-06-01T06:16:23.165" v="1564" actId="20577"/>
          <ac:spMkLst>
            <pc:docMk/>
            <pc:sldMk cId="2678634806" sldId="311"/>
            <ac:spMk id="14" creationId="{A38E9613-59EE-B2FF-67DB-7934FE05AC4A}"/>
          </ac:spMkLst>
        </pc:spChg>
        <pc:spChg chg="mod">
          <ac:chgData name="Ole Lebech" userId="336102b2e0c7b8c6" providerId="LiveId" clId="{421A7AC4-97E4-40DC-BB4A-758468415E2A}" dt="2026-06-01T06:03:53.566" v="1388" actId="1076"/>
          <ac:spMkLst>
            <pc:docMk/>
            <pc:sldMk cId="2678634806" sldId="311"/>
            <ac:spMk id="26" creationId="{5485F211-ACC4-90B3-CD82-4F0B1803153B}"/>
          </ac:spMkLst>
        </pc:spChg>
        <pc:picChg chg="add mod">
          <ac:chgData name="Ole Lebech" userId="336102b2e0c7b8c6" providerId="LiveId" clId="{421A7AC4-97E4-40DC-BB4A-758468415E2A}" dt="2026-05-29T10:32:23.962" v="296" actId="1076"/>
          <ac:picMkLst>
            <pc:docMk/>
            <pc:sldMk cId="2678634806" sldId="311"/>
            <ac:picMk id="3" creationId="{576A29A2-2341-0712-CB0B-9DBA2B37CC83}"/>
          </ac:picMkLst>
        </pc:picChg>
        <pc:picChg chg="add mod">
          <ac:chgData name="Ole Lebech" userId="336102b2e0c7b8c6" providerId="LiveId" clId="{421A7AC4-97E4-40DC-BB4A-758468415E2A}" dt="2026-05-29T10:32:24.966" v="297" actId="1076"/>
          <ac:picMkLst>
            <pc:docMk/>
            <pc:sldMk cId="2678634806" sldId="311"/>
            <ac:picMk id="4" creationId="{308CEEF6-2FBC-FD54-3989-C72C5A238079}"/>
          </ac:picMkLst>
        </pc:picChg>
        <pc:picChg chg="add mod">
          <ac:chgData name="Ole Lebech" userId="336102b2e0c7b8c6" providerId="LiveId" clId="{421A7AC4-97E4-40DC-BB4A-758468415E2A}" dt="2026-05-29T10:32:27.781" v="298" actId="1076"/>
          <ac:picMkLst>
            <pc:docMk/>
            <pc:sldMk cId="2678634806" sldId="311"/>
            <ac:picMk id="6" creationId="{5EFF4E8F-698A-DFDD-70FB-82065D52D23C}"/>
          </ac:picMkLst>
        </pc:picChg>
      </pc:sldChg>
      <pc:sldChg chg="addSp delSp modSp add mod ord">
        <pc:chgData name="Ole Lebech" userId="336102b2e0c7b8c6" providerId="LiveId" clId="{421A7AC4-97E4-40DC-BB4A-758468415E2A}" dt="2026-06-01T06:19:08.436" v="1630" actId="20577"/>
        <pc:sldMkLst>
          <pc:docMk/>
          <pc:sldMk cId="4047923864" sldId="312"/>
        </pc:sldMkLst>
        <pc:spChg chg="add mod">
          <ac:chgData name="Ole Lebech" userId="336102b2e0c7b8c6" providerId="LiveId" clId="{421A7AC4-97E4-40DC-BB4A-758468415E2A}" dt="2026-06-01T06:18:23.251" v="1586" actId="1076"/>
          <ac:spMkLst>
            <pc:docMk/>
            <pc:sldMk cId="4047923864" sldId="312"/>
            <ac:spMk id="3" creationId="{41897562-96E0-C91D-9EB6-D41717AA5A12}"/>
          </ac:spMkLst>
        </pc:spChg>
        <pc:spChg chg="add mod">
          <ac:chgData name="Ole Lebech" userId="336102b2e0c7b8c6" providerId="LiveId" clId="{421A7AC4-97E4-40DC-BB4A-758468415E2A}" dt="2026-06-01T06:18:53.300" v="1618" actId="20577"/>
          <ac:spMkLst>
            <pc:docMk/>
            <pc:sldMk cId="4047923864" sldId="312"/>
            <ac:spMk id="4" creationId="{368C7E7B-0829-FBFF-C3E7-A21673D9B3DC}"/>
          </ac:spMkLst>
        </pc:spChg>
        <pc:spChg chg="add mod">
          <ac:chgData name="Ole Lebech" userId="336102b2e0c7b8c6" providerId="LiveId" clId="{421A7AC4-97E4-40DC-BB4A-758468415E2A}" dt="2026-06-01T06:19:08.436" v="1630" actId="20577"/>
          <ac:spMkLst>
            <pc:docMk/>
            <pc:sldMk cId="4047923864" sldId="312"/>
            <ac:spMk id="6" creationId="{A773BFC1-0E4B-1E25-D076-89D884C318CF}"/>
          </ac:spMkLst>
        </pc:spChg>
        <pc:spChg chg="add mod">
          <ac:chgData name="Ole Lebech" userId="336102b2e0c7b8c6" providerId="LiveId" clId="{421A7AC4-97E4-40DC-BB4A-758468415E2A}" dt="2026-05-29T19:04:13.692" v="1172" actId="113"/>
          <ac:spMkLst>
            <pc:docMk/>
            <pc:sldMk cId="4047923864" sldId="312"/>
            <ac:spMk id="8" creationId="{EA462F55-00A1-872D-31DD-8FD638C2ACCF}"/>
          </ac:spMkLst>
        </pc:spChg>
      </pc:sldChg>
      <pc:sldChg chg="addSp delSp modSp add mod">
        <pc:chgData name="Ole Lebech" userId="336102b2e0c7b8c6" providerId="LiveId" clId="{421A7AC4-97E4-40DC-BB4A-758468415E2A}" dt="2026-05-29T19:03:42.277" v="1167" actId="113"/>
        <pc:sldMkLst>
          <pc:docMk/>
          <pc:sldMk cId="186648324" sldId="313"/>
        </pc:sldMkLst>
        <pc:spChg chg="add mod">
          <ac:chgData name="Ole Lebech" userId="336102b2e0c7b8c6" providerId="LiveId" clId="{421A7AC4-97E4-40DC-BB4A-758468415E2A}" dt="2026-05-29T19:03:42.277" v="1167" actId="113"/>
          <ac:spMkLst>
            <pc:docMk/>
            <pc:sldMk cId="186648324" sldId="313"/>
            <ac:spMk id="3" creationId="{A87BF976-0C08-22C5-5482-AFD0614ACB7F}"/>
          </ac:spMkLst>
        </pc:spChg>
        <pc:picChg chg="mod">
          <ac:chgData name="Ole Lebech" userId="336102b2e0c7b8c6" providerId="LiveId" clId="{421A7AC4-97E4-40DC-BB4A-758468415E2A}" dt="2026-05-29T11:33:01.033" v="847" actId="962"/>
          <ac:picMkLst>
            <pc:docMk/>
            <pc:sldMk cId="186648324" sldId="313"/>
            <ac:picMk id="37" creationId="{77F209A0-58FF-E6DC-D1AD-BBE502E489EA}"/>
          </ac:picMkLst>
        </pc:picChg>
      </pc:sldChg>
      <pc:sldChg chg="addSp delSp modSp add mod">
        <pc:chgData name="Ole Lebech" userId="336102b2e0c7b8c6" providerId="LiveId" clId="{421A7AC4-97E4-40DC-BB4A-758468415E2A}" dt="2026-06-01T06:05:57.179" v="1414" actId="1076"/>
        <pc:sldMkLst>
          <pc:docMk/>
          <pc:sldMk cId="2496027108" sldId="314"/>
        </pc:sldMkLst>
        <pc:spChg chg="add mod">
          <ac:chgData name="Ole Lebech" userId="336102b2e0c7b8c6" providerId="LiveId" clId="{421A7AC4-97E4-40DC-BB4A-758468415E2A}" dt="2026-06-01T06:04:57.671" v="1406" actId="1076"/>
          <ac:spMkLst>
            <pc:docMk/>
            <pc:sldMk cId="2496027108" sldId="314"/>
            <ac:spMk id="2" creationId="{23C9B58F-F5E6-2C8E-2EC2-F884A5989D32}"/>
          </ac:spMkLst>
        </pc:spChg>
        <pc:spChg chg="add mod">
          <ac:chgData name="Ole Lebech" userId="336102b2e0c7b8c6" providerId="LiveId" clId="{421A7AC4-97E4-40DC-BB4A-758468415E2A}" dt="2026-05-30T07:13:58.817" v="1291" actId="113"/>
          <ac:spMkLst>
            <pc:docMk/>
            <pc:sldMk cId="2496027108" sldId="314"/>
            <ac:spMk id="4" creationId="{0E8A3D88-C920-1924-4F63-4CE614413162}"/>
          </ac:spMkLst>
        </pc:spChg>
        <pc:spChg chg="add mod">
          <ac:chgData name="Ole Lebech" userId="336102b2e0c7b8c6" providerId="LiveId" clId="{421A7AC4-97E4-40DC-BB4A-758468415E2A}" dt="2026-06-01T06:05:07.104" v="1413" actId="20577"/>
          <ac:spMkLst>
            <pc:docMk/>
            <pc:sldMk cId="2496027108" sldId="314"/>
            <ac:spMk id="7" creationId="{8B265335-F160-A16F-4280-5994F81E2C9C}"/>
          </ac:spMkLst>
        </pc:spChg>
        <pc:spChg chg="add mod">
          <ac:chgData name="Ole Lebech" userId="336102b2e0c7b8c6" providerId="LiveId" clId="{421A7AC4-97E4-40DC-BB4A-758468415E2A}" dt="2026-06-01T06:04:12.685" v="1403" actId="14100"/>
          <ac:spMkLst>
            <pc:docMk/>
            <pc:sldMk cId="2496027108" sldId="314"/>
            <ac:spMk id="12" creationId="{0BEA2C1D-AC96-74F7-F5D2-7BA0209F1553}"/>
          </ac:spMkLst>
        </pc:spChg>
        <pc:spChg chg="mod">
          <ac:chgData name="Ole Lebech" userId="336102b2e0c7b8c6" providerId="LiveId" clId="{421A7AC4-97E4-40DC-BB4A-758468415E2A}" dt="2026-05-31T11:14:05.795" v="1326" actId="20577"/>
          <ac:spMkLst>
            <pc:docMk/>
            <pc:sldMk cId="2496027108" sldId="314"/>
            <ac:spMk id="105" creationId="{7744DAB1-6A33-A36D-B306-0D68F7E50031}"/>
          </ac:spMkLst>
        </pc:spChg>
        <pc:picChg chg="add mod">
          <ac:chgData name="Ole Lebech" userId="336102b2e0c7b8c6" providerId="LiveId" clId="{421A7AC4-97E4-40DC-BB4A-758468415E2A}" dt="2026-05-30T07:09:57.610" v="1182" actId="1076"/>
          <ac:picMkLst>
            <pc:docMk/>
            <pc:sldMk cId="2496027108" sldId="314"/>
            <ac:picMk id="3" creationId="{BBABFCA6-9CF1-C4B6-93F5-D798CDEB4731}"/>
          </ac:picMkLst>
        </pc:picChg>
        <pc:picChg chg="add mod">
          <ac:chgData name="Ole Lebech" userId="336102b2e0c7b8c6" providerId="LiveId" clId="{421A7AC4-97E4-40DC-BB4A-758468415E2A}" dt="2026-06-01T06:05:57.179" v="1414" actId="1076"/>
          <ac:picMkLst>
            <pc:docMk/>
            <pc:sldMk cId="2496027108" sldId="314"/>
            <ac:picMk id="5" creationId="{80495743-50E2-A574-E7E5-8DF87B94D03F}"/>
          </ac:picMkLst>
        </pc:picChg>
      </pc:sldChg>
      <pc:sldChg chg="addSp modSp add mod modNotesTx">
        <pc:chgData name="Ole Lebech" userId="336102b2e0c7b8c6" providerId="LiveId" clId="{421A7AC4-97E4-40DC-BB4A-758468415E2A}" dt="2026-06-01T06:10:58.017" v="1516" actId="113"/>
        <pc:sldMkLst>
          <pc:docMk/>
          <pc:sldMk cId="440169164" sldId="315"/>
        </pc:sldMkLst>
        <pc:spChg chg="add mod">
          <ac:chgData name="Ole Lebech" userId="336102b2e0c7b8c6" providerId="LiveId" clId="{421A7AC4-97E4-40DC-BB4A-758468415E2A}" dt="2026-06-01T06:10:06.295" v="1502" actId="21"/>
          <ac:spMkLst>
            <pc:docMk/>
            <pc:sldMk cId="440169164" sldId="315"/>
            <ac:spMk id="4" creationId="{D800AE9C-938F-87E8-53E1-1BE0A227EAD7}"/>
          </ac:spMkLst>
        </pc:spChg>
        <pc:spChg chg="add mod">
          <ac:chgData name="Ole Lebech" userId="336102b2e0c7b8c6" providerId="LiveId" clId="{421A7AC4-97E4-40DC-BB4A-758468415E2A}" dt="2026-06-01T06:10:34.264" v="1510" actId="1076"/>
          <ac:spMkLst>
            <pc:docMk/>
            <pc:sldMk cId="440169164" sldId="315"/>
            <ac:spMk id="7" creationId="{2DF0292A-FA6C-C241-704A-9BFA2149ADBF}"/>
          </ac:spMkLst>
        </pc:spChg>
        <pc:spChg chg="add mod">
          <ac:chgData name="Ole Lebech" userId="336102b2e0c7b8c6" providerId="LiveId" clId="{421A7AC4-97E4-40DC-BB4A-758468415E2A}" dt="2026-06-01T06:10:58.017" v="1516" actId="113"/>
          <ac:spMkLst>
            <pc:docMk/>
            <pc:sldMk cId="440169164" sldId="315"/>
            <ac:spMk id="8" creationId="{79D4F041-7FAA-5FC6-3DDF-3CF83E190D0E}"/>
          </ac:spMkLst>
        </pc:spChg>
        <pc:picChg chg="add mod">
          <ac:chgData name="Ole Lebech" userId="336102b2e0c7b8c6" providerId="LiveId" clId="{421A7AC4-97E4-40DC-BB4A-758468415E2A}" dt="2026-05-31T11:19:57.108" v="1339" actId="208"/>
          <ac:picMkLst>
            <pc:docMk/>
            <pc:sldMk cId="440169164" sldId="315"/>
            <ac:picMk id="2" creationId="{549D89BB-EE35-7220-9CD3-6F5ABCCC4996}"/>
          </ac:picMkLst>
        </pc:picChg>
        <pc:picChg chg="add mod">
          <ac:chgData name="Ole Lebech" userId="336102b2e0c7b8c6" providerId="LiveId" clId="{421A7AC4-97E4-40DC-BB4A-758468415E2A}" dt="2026-05-31T11:19:15.798" v="1330" actId="1076"/>
          <ac:picMkLst>
            <pc:docMk/>
            <pc:sldMk cId="440169164" sldId="315"/>
            <ac:picMk id="3" creationId="{36433A4B-4F5C-E62B-9806-B22385C90074}"/>
          </ac:picMkLst>
        </pc:picChg>
      </pc:sldChg>
      <pc:sldChg chg="addSp modSp add mod">
        <pc:chgData name="Ole Lebech" userId="336102b2e0c7b8c6" providerId="LiveId" clId="{421A7AC4-97E4-40DC-BB4A-758468415E2A}" dt="2026-05-29T19:06:33.524" v="1174" actId="113"/>
        <pc:sldMkLst>
          <pc:docMk/>
          <pc:sldMk cId="1082003012" sldId="316"/>
        </pc:sldMkLst>
        <pc:spChg chg="mod">
          <ac:chgData name="Ole Lebech" userId="336102b2e0c7b8c6" providerId="LiveId" clId="{421A7AC4-97E4-40DC-BB4A-758468415E2A}" dt="2026-05-29T19:06:33.524" v="1174" actId="113"/>
          <ac:spMkLst>
            <pc:docMk/>
            <pc:sldMk cId="1082003012" sldId="316"/>
            <ac:spMk id="2" creationId="{BD7A5635-A6D5-DEB7-AA8D-197D377119AD}"/>
          </ac:spMkLst>
        </pc:spChg>
        <pc:spChg chg="add mod">
          <ac:chgData name="Ole Lebech" userId="336102b2e0c7b8c6" providerId="LiveId" clId="{421A7AC4-97E4-40DC-BB4A-758468415E2A}" dt="2026-05-29T12:09:32.274" v="1075" actId="20577"/>
          <ac:spMkLst>
            <pc:docMk/>
            <pc:sldMk cId="1082003012" sldId="316"/>
            <ac:spMk id="8" creationId="{2BF13156-2696-ADF4-02B9-FBF6B8B5E293}"/>
          </ac:spMkLst>
        </pc:spChg>
        <pc:spChg chg="add mod">
          <ac:chgData name="Ole Lebech" userId="336102b2e0c7b8c6" providerId="LiveId" clId="{421A7AC4-97E4-40DC-BB4A-758468415E2A}" dt="2026-05-29T12:09:54.531" v="1088" actId="1076"/>
          <ac:spMkLst>
            <pc:docMk/>
            <pc:sldMk cId="1082003012" sldId="316"/>
            <ac:spMk id="10" creationId="{08A3A440-0161-6525-90DA-3579054E6C27}"/>
          </ac:spMkLst>
        </pc:spChg>
        <pc:spChg chg="add mod">
          <ac:chgData name="Ole Lebech" userId="336102b2e0c7b8c6" providerId="LiveId" clId="{421A7AC4-97E4-40DC-BB4A-758468415E2A}" dt="2026-05-29T12:11:25.274" v="1125" actId="20577"/>
          <ac:spMkLst>
            <pc:docMk/>
            <pc:sldMk cId="1082003012" sldId="316"/>
            <ac:spMk id="12" creationId="{E4CAB8D6-BCC0-9EC3-B95C-D5A284AF281B}"/>
          </ac:spMkLst>
        </pc:spChg>
        <pc:spChg chg="add mod">
          <ac:chgData name="Ole Lebech" userId="336102b2e0c7b8c6" providerId="LiveId" clId="{421A7AC4-97E4-40DC-BB4A-758468415E2A}" dt="2026-05-29T12:11:04.551" v="1119" actId="5793"/>
          <ac:spMkLst>
            <pc:docMk/>
            <pc:sldMk cId="1082003012" sldId="316"/>
            <ac:spMk id="13" creationId="{44074D45-1634-9C08-62A9-271BEFFBA0E6}"/>
          </ac:spMkLst>
        </pc:spChg>
      </pc:sldChg>
      <pc:sldChg chg="delSp add mod">
        <pc:chgData name="Ole Lebech" userId="336102b2e0c7b8c6" providerId="LiveId" clId="{421A7AC4-97E4-40DC-BB4A-758468415E2A}" dt="2026-05-31T11:20:10.194" v="1341" actId="478"/>
        <pc:sldMkLst>
          <pc:docMk/>
          <pc:sldMk cId="2248928627" sldId="317"/>
        </pc:sldMkLst>
      </pc:sldChg>
      <pc:sldChg chg="addSp delSp modSp new del mod">
        <pc:chgData name="Ole Lebech" userId="336102b2e0c7b8c6" providerId="LiveId" clId="{421A7AC4-97E4-40DC-BB4A-758468415E2A}" dt="2026-06-08T07:42:09.767" v="4667" actId="47"/>
        <pc:sldMkLst>
          <pc:docMk/>
          <pc:sldMk cId="965733023" sldId="318"/>
        </pc:sldMkLst>
        <pc:spChg chg="add mod">
          <ac:chgData name="Ole Lebech" userId="336102b2e0c7b8c6" providerId="LiveId" clId="{421A7AC4-97E4-40DC-BB4A-758468415E2A}" dt="2026-06-07T18:39:01.027" v="4001" actId="27636"/>
          <ac:spMkLst>
            <pc:docMk/>
            <pc:sldMk cId="965733023" sldId="318"/>
            <ac:spMk id="2" creationId="{9C761CF7-8454-FD1C-9106-013DF6D6F638}"/>
          </ac:spMkLst>
        </pc:spChg>
        <pc:spChg chg="mod">
          <ac:chgData name="Ole Lebech" userId="336102b2e0c7b8c6" providerId="LiveId" clId="{421A7AC4-97E4-40DC-BB4A-758468415E2A}" dt="2026-06-07T18:39:13.835" v="4005" actId="14100"/>
          <ac:spMkLst>
            <pc:docMk/>
            <pc:sldMk cId="965733023" sldId="318"/>
            <ac:spMk id="3" creationId="{D024BF0A-682F-B026-89BB-A9CF845F278D}"/>
          </ac:spMkLst>
        </pc:spChg>
        <pc:spChg chg="add mod">
          <ac:chgData name="Ole Lebech" userId="336102b2e0c7b8c6" providerId="LiveId" clId="{421A7AC4-97E4-40DC-BB4A-758468415E2A}" dt="2026-06-07T18:35:59.200" v="3952" actId="20577"/>
          <ac:spMkLst>
            <pc:docMk/>
            <pc:sldMk cId="965733023" sldId="318"/>
            <ac:spMk id="4" creationId="{5DF64AB2-2FB8-BBF3-03B5-1AA496851EE5}"/>
          </ac:spMkLst>
        </pc:spChg>
        <pc:spChg chg="add mod">
          <ac:chgData name="Ole Lebech" userId="336102b2e0c7b8c6" providerId="LiveId" clId="{421A7AC4-97E4-40DC-BB4A-758468415E2A}" dt="2026-06-07T18:52:05.003" v="4059" actId="6549"/>
          <ac:spMkLst>
            <pc:docMk/>
            <pc:sldMk cId="965733023" sldId="318"/>
            <ac:spMk id="5" creationId="{D9F1BF9D-7220-B9DE-C09C-F9FD6E9FC19F}"/>
          </ac:spMkLst>
        </pc:spChg>
        <pc:spChg chg="add mod">
          <ac:chgData name="Ole Lebech" userId="336102b2e0c7b8c6" providerId="LiveId" clId="{421A7AC4-97E4-40DC-BB4A-758468415E2A}" dt="2026-06-07T18:38:56.250" v="3999" actId="27636"/>
          <ac:spMkLst>
            <pc:docMk/>
            <pc:sldMk cId="965733023" sldId="318"/>
            <ac:spMk id="6" creationId="{D0B6F6BC-EDD2-11A9-CCCD-F545D0DD961D}"/>
          </ac:spMkLst>
        </pc:spChg>
        <pc:spChg chg="add mod">
          <ac:chgData name="Ole Lebech" userId="336102b2e0c7b8c6" providerId="LiveId" clId="{421A7AC4-97E4-40DC-BB4A-758468415E2A}" dt="2026-06-07T18:39:05.467" v="4003" actId="27636"/>
          <ac:spMkLst>
            <pc:docMk/>
            <pc:sldMk cId="965733023" sldId="318"/>
            <ac:spMk id="8" creationId="{3A31881F-338F-5144-A39C-9B87FAB8BC4C}"/>
          </ac:spMkLst>
        </pc:spChg>
        <pc:spChg chg="add mod">
          <ac:chgData name="Ole Lebech" userId="336102b2e0c7b8c6" providerId="LiveId" clId="{421A7AC4-97E4-40DC-BB4A-758468415E2A}" dt="2026-06-07T18:41:24.150" v="4026" actId="20577"/>
          <ac:spMkLst>
            <pc:docMk/>
            <pc:sldMk cId="965733023" sldId="318"/>
            <ac:spMk id="10" creationId="{468FCE7E-2799-5A29-E7E5-17C7DAB7D885}"/>
          </ac:spMkLst>
        </pc:spChg>
        <pc:spChg chg="add mod">
          <ac:chgData name="Ole Lebech" userId="336102b2e0c7b8c6" providerId="LiveId" clId="{421A7AC4-97E4-40DC-BB4A-758468415E2A}" dt="2026-06-07T18:39:30.582" v="4007" actId="14100"/>
          <ac:spMkLst>
            <pc:docMk/>
            <pc:sldMk cId="965733023" sldId="318"/>
            <ac:spMk id="11" creationId="{9687AC95-CCD5-353B-6972-AAE3EC60DFFC}"/>
          </ac:spMkLst>
        </pc:spChg>
        <pc:spChg chg="add mod ord">
          <ac:chgData name="Ole Lebech" userId="336102b2e0c7b8c6" providerId="LiveId" clId="{421A7AC4-97E4-40DC-BB4A-758468415E2A}" dt="2026-06-08T06:39:58.701" v="4074" actId="20577"/>
          <ac:spMkLst>
            <pc:docMk/>
            <pc:sldMk cId="965733023" sldId="318"/>
            <ac:spMk id="12" creationId="{C772727C-9C43-9B93-8FE3-4DD490CE7512}"/>
          </ac:spMkLst>
        </pc:spChg>
        <pc:spChg chg="add del mod ord">
          <ac:chgData name="Ole Lebech" userId="336102b2e0c7b8c6" providerId="LiveId" clId="{421A7AC4-97E4-40DC-BB4A-758468415E2A}" dt="2026-06-07T18:40:28.331" v="4009" actId="14100"/>
          <ac:spMkLst>
            <pc:docMk/>
            <pc:sldMk cId="965733023" sldId="318"/>
            <ac:spMk id="13" creationId="{CF7E7051-B9E3-DCB6-F0E6-9B2E358450E4}"/>
          </ac:spMkLst>
        </pc:spChg>
        <pc:spChg chg="add mod ord">
          <ac:chgData name="Ole Lebech" userId="336102b2e0c7b8c6" providerId="LiveId" clId="{421A7AC4-97E4-40DC-BB4A-758468415E2A}" dt="2026-06-07T18:41:08.771" v="4014" actId="1076"/>
          <ac:spMkLst>
            <pc:docMk/>
            <pc:sldMk cId="965733023" sldId="318"/>
            <ac:spMk id="15" creationId="{89FDEE4F-6F71-C12C-12FF-A1B15E1B5764}"/>
          </ac:spMkLst>
        </pc:spChg>
        <pc:picChg chg="add mod">
          <ac:chgData name="Ole Lebech" userId="336102b2e0c7b8c6" providerId="LiveId" clId="{421A7AC4-97E4-40DC-BB4A-758468415E2A}" dt="2026-06-08T07:41:03.325" v="4661" actId="14861"/>
          <ac:picMkLst>
            <pc:docMk/>
            <pc:sldMk cId="965733023" sldId="318"/>
            <ac:picMk id="16" creationId="{8E1444B1-9735-8DCC-27EC-D6A10366A8A6}"/>
          </ac:picMkLst>
        </pc:picChg>
      </pc:sldChg>
      <pc:sldChg chg="addSp delSp modSp new mod">
        <pc:chgData name="Ole Lebech" userId="336102b2e0c7b8c6" providerId="LiveId" clId="{421A7AC4-97E4-40DC-BB4A-758468415E2A}" dt="2026-06-08T09:40:01.302" v="4846" actId="113"/>
        <pc:sldMkLst>
          <pc:docMk/>
          <pc:sldMk cId="3795122866" sldId="319"/>
        </pc:sldMkLst>
        <pc:spChg chg="del">
          <ac:chgData name="Ole Lebech" userId="336102b2e0c7b8c6" providerId="LiveId" clId="{421A7AC4-97E4-40DC-BB4A-758468415E2A}" dt="2026-06-08T06:46:53.647" v="4076" actId="478"/>
          <ac:spMkLst>
            <pc:docMk/>
            <pc:sldMk cId="3795122866" sldId="319"/>
            <ac:spMk id="2" creationId="{A551087F-3AA9-4044-74E7-9767EC2FD32F}"/>
          </ac:spMkLst>
        </pc:spChg>
        <pc:spChg chg="del">
          <ac:chgData name="Ole Lebech" userId="336102b2e0c7b8c6" providerId="LiveId" clId="{421A7AC4-97E4-40DC-BB4A-758468415E2A}" dt="2026-06-08T06:46:56.258" v="4077" actId="478"/>
          <ac:spMkLst>
            <pc:docMk/>
            <pc:sldMk cId="3795122866" sldId="319"/>
            <ac:spMk id="3" creationId="{AF03ABB1-7D18-4724-521D-1F2146B51D8C}"/>
          </ac:spMkLst>
        </pc:spChg>
        <pc:spChg chg="add del mod">
          <ac:chgData name="Ole Lebech" userId="336102b2e0c7b8c6" providerId="LiveId" clId="{421A7AC4-97E4-40DC-BB4A-758468415E2A}" dt="2026-06-08T06:58:19.563" v="4142" actId="478"/>
          <ac:spMkLst>
            <pc:docMk/>
            <pc:sldMk cId="3795122866" sldId="319"/>
            <ac:spMk id="9" creationId="{3420B96A-AD00-1685-55CA-7F036D461F99}"/>
          </ac:spMkLst>
        </pc:spChg>
        <pc:spChg chg="add del mod">
          <ac:chgData name="Ole Lebech" userId="336102b2e0c7b8c6" providerId="LiveId" clId="{421A7AC4-97E4-40DC-BB4A-758468415E2A}" dt="2026-06-08T06:53:23.292" v="4122" actId="478"/>
          <ac:spMkLst>
            <pc:docMk/>
            <pc:sldMk cId="3795122866" sldId="319"/>
            <ac:spMk id="11" creationId="{792CB1DB-4DFB-70B4-2720-53994374DE69}"/>
          </ac:spMkLst>
        </pc:spChg>
        <pc:spChg chg="add mod topLvl">
          <ac:chgData name="Ole Lebech" userId="336102b2e0c7b8c6" providerId="LiveId" clId="{421A7AC4-97E4-40DC-BB4A-758468415E2A}" dt="2026-06-08T07:36:14.482" v="4604" actId="14100"/>
          <ac:spMkLst>
            <pc:docMk/>
            <pc:sldMk cId="3795122866" sldId="319"/>
            <ac:spMk id="12" creationId="{2B0A48BA-C97D-1E7F-0255-DA34D53B1C98}"/>
          </ac:spMkLst>
        </pc:spChg>
        <pc:spChg chg="add mod topLvl">
          <ac:chgData name="Ole Lebech" userId="336102b2e0c7b8c6" providerId="LiveId" clId="{421A7AC4-97E4-40DC-BB4A-758468415E2A}" dt="2026-06-08T07:34:46.941" v="4589" actId="14100"/>
          <ac:spMkLst>
            <pc:docMk/>
            <pc:sldMk cId="3795122866" sldId="319"/>
            <ac:spMk id="13" creationId="{4E986D2F-DFF9-3D94-AC3C-093C5DC533D1}"/>
          </ac:spMkLst>
        </pc:spChg>
        <pc:spChg chg="add mod topLvl">
          <ac:chgData name="Ole Lebech" userId="336102b2e0c7b8c6" providerId="LiveId" clId="{421A7AC4-97E4-40DC-BB4A-758468415E2A}" dt="2026-06-08T09:40:01.302" v="4846" actId="113"/>
          <ac:spMkLst>
            <pc:docMk/>
            <pc:sldMk cId="3795122866" sldId="319"/>
            <ac:spMk id="18" creationId="{13EFA701-4791-0229-39AF-5E7EBCAAC3A9}"/>
          </ac:spMkLst>
        </pc:spChg>
        <pc:spChg chg="add mod">
          <ac:chgData name="Ole Lebech" userId="336102b2e0c7b8c6" providerId="LiveId" clId="{421A7AC4-97E4-40DC-BB4A-758468415E2A}" dt="2026-06-08T07:09:16.465" v="4186"/>
          <ac:spMkLst>
            <pc:docMk/>
            <pc:sldMk cId="3795122866" sldId="319"/>
            <ac:spMk id="19" creationId="{EC495C1F-CDFE-B7A5-FBED-B7390C08CD19}"/>
          </ac:spMkLst>
        </pc:spChg>
        <pc:spChg chg="add mod">
          <ac:chgData name="Ole Lebech" userId="336102b2e0c7b8c6" providerId="LiveId" clId="{421A7AC4-97E4-40DC-BB4A-758468415E2A}" dt="2026-06-08T07:53:21.238" v="4835" actId="20577"/>
          <ac:spMkLst>
            <pc:docMk/>
            <pc:sldMk cId="3795122866" sldId="319"/>
            <ac:spMk id="21" creationId="{A39150CE-333D-F5FE-18CE-0A005B2A0C3E}"/>
          </ac:spMkLst>
        </pc:spChg>
        <pc:spChg chg="add mod">
          <ac:chgData name="Ole Lebech" userId="336102b2e0c7b8c6" providerId="LiveId" clId="{421A7AC4-97E4-40DC-BB4A-758468415E2A}" dt="2026-06-08T07:37:51.319" v="4626" actId="20577"/>
          <ac:spMkLst>
            <pc:docMk/>
            <pc:sldMk cId="3795122866" sldId="319"/>
            <ac:spMk id="24" creationId="{A8229440-283F-43E2-2D3C-99F713150569}"/>
          </ac:spMkLst>
        </pc:spChg>
        <pc:grpChg chg="add del mod">
          <ac:chgData name="Ole Lebech" userId="336102b2e0c7b8c6" providerId="LiveId" clId="{421A7AC4-97E4-40DC-BB4A-758468415E2A}" dt="2026-06-08T07:25:17.600" v="4393" actId="165"/>
          <ac:grpSpMkLst>
            <pc:docMk/>
            <pc:sldMk cId="3795122866" sldId="319"/>
            <ac:grpSpMk id="20" creationId="{3807B212-83A1-CC9F-1366-BF3C9869979F}"/>
          </ac:grpSpMkLst>
        </pc:grpChg>
        <pc:picChg chg="add mod">
          <ac:chgData name="Ole Lebech" userId="336102b2e0c7b8c6" providerId="LiveId" clId="{421A7AC4-97E4-40DC-BB4A-758468415E2A}" dt="2026-06-08T09:39:21.101" v="4843" actId="14861"/>
          <ac:picMkLst>
            <pc:docMk/>
            <pc:sldMk cId="3795122866" sldId="319"/>
            <ac:picMk id="2" creationId="{251F64CB-3042-86F0-C658-B5EE08A10A97}"/>
          </ac:picMkLst>
        </pc:picChg>
        <pc:picChg chg="add del mod">
          <ac:chgData name="Ole Lebech" userId="336102b2e0c7b8c6" providerId="LiveId" clId="{421A7AC4-97E4-40DC-BB4A-758468415E2A}" dt="2026-06-08T06:48:32.959" v="4081" actId="478"/>
          <ac:picMkLst>
            <pc:docMk/>
            <pc:sldMk cId="3795122866" sldId="319"/>
            <ac:picMk id="5" creationId="{B2ED9C1F-E18A-47C5-3CF8-62272A81BF24}"/>
          </ac:picMkLst>
        </pc:picChg>
        <pc:picChg chg="add mod topLvl modCrop">
          <ac:chgData name="Ole Lebech" userId="336102b2e0c7b8c6" providerId="LiveId" clId="{421A7AC4-97E4-40DC-BB4A-758468415E2A}" dt="2026-06-08T07:34:39.226" v="4588" actId="1035"/>
          <ac:picMkLst>
            <pc:docMk/>
            <pc:sldMk cId="3795122866" sldId="319"/>
            <ac:picMk id="7" creationId="{49804CFF-BD9E-EC2C-DDED-EEF9276DF2DC}"/>
          </ac:picMkLst>
        </pc:picChg>
        <pc:picChg chg="add del mod">
          <ac:chgData name="Ole Lebech" userId="336102b2e0c7b8c6" providerId="LiveId" clId="{421A7AC4-97E4-40DC-BB4A-758468415E2A}" dt="2026-06-08T07:06:02.528" v="4159" actId="478"/>
          <ac:picMkLst>
            <pc:docMk/>
            <pc:sldMk cId="3795122866" sldId="319"/>
            <ac:picMk id="15" creationId="{9ACFCE3E-4B48-BA7A-6D83-F4F5E3D06BBB}"/>
          </ac:picMkLst>
        </pc:picChg>
        <pc:picChg chg="add mod ord topLvl">
          <ac:chgData name="Ole Lebech" userId="336102b2e0c7b8c6" providerId="LiveId" clId="{421A7AC4-97E4-40DC-BB4A-758468415E2A}" dt="2026-06-08T07:34:19.920" v="4557" actId="1035"/>
          <ac:picMkLst>
            <pc:docMk/>
            <pc:sldMk cId="3795122866" sldId="319"/>
            <ac:picMk id="17" creationId="{9118D6B0-FCF6-3CB8-337B-857E4F8B27F0}"/>
          </ac:picMkLst>
        </pc:picChg>
        <pc:picChg chg="add mod ord">
          <ac:chgData name="Ole Lebech" userId="336102b2e0c7b8c6" providerId="LiveId" clId="{421A7AC4-97E4-40DC-BB4A-758468415E2A}" dt="2026-06-08T07:38:59.694" v="4657" actId="1037"/>
          <ac:picMkLst>
            <pc:docMk/>
            <pc:sldMk cId="3795122866" sldId="319"/>
            <ac:picMk id="23" creationId="{DCBED00F-F9E0-643B-DEC9-33D3CE042CD5}"/>
          </ac:picMkLst>
        </pc:picChg>
        <pc:picChg chg="add mod">
          <ac:chgData name="Ole Lebech" userId="336102b2e0c7b8c6" providerId="LiveId" clId="{421A7AC4-97E4-40DC-BB4A-758468415E2A}" dt="2026-06-08T07:39:32.500" v="4660" actId="14861"/>
          <ac:picMkLst>
            <pc:docMk/>
            <pc:sldMk cId="3795122866" sldId="319"/>
            <ac:picMk id="26" creationId="{0CD67748-D7AC-5518-4D42-9D309ABF8C6A}"/>
          </ac:picMkLst>
        </pc:picChg>
        <pc:picChg chg="add mod">
          <ac:chgData name="Ole Lebech" userId="336102b2e0c7b8c6" providerId="LiveId" clId="{421A7AC4-97E4-40DC-BB4A-758468415E2A}" dt="2026-06-08T07:41:32.773" v="4664" actId="1076"/>
          <ac:picMkLst>
            <pc:docMk/>
            <pc:sldMk cId="3795122866" sldId="319"/>
            <ac:picMk id="27" creationId="{A8FBB580-02F4-E682-5E32-DB583BC4D996}"/>
          </ac:picMkLst>
        </pc:picChg>
        <pc:picChg chg="add mod">
          <ac:chgData name="Ole Lebech" userId="336102b2e0c7b8c6" providerId="LiveId" clId="{421A7AC4-97E4-40DC-BB4A-758468415E2A}" dt="2026-06-08T07:41:25.927" v="4663" actId="1076"/>
          <ac:picMkLst>
            <pc:docMk/>
            <pc:sldMk cId="3795122866" sldId="319"/>
            <ac:picMk id="28" creationId="{BECDB253-A934-6DCA-2842-06343432DADB}"/>
          </ac:picMkLst>
        </pc:picChg>
        <pc:picChg chg="add mod">
          <ac:chgData name="Ole Lebech" userId="336102b2e0c7b8c6" providerId="LiveId" clId="{421A7AC4-97E4-40DC-BB4A-758468415E2A}" dt="2026-06-08T07:41:43.534" v="4666" actId="1076"/>
          <ac:picMkLst>
            <pc:docMk/>
            <pc:sldMk cId="3795122866" sldId="319"/>
            <ac:picMk id="29" creationId="{6B86E09B-6290-0A9B-19DD-17F0DF9CE3A5}"/>
          </ac:picMkLst>
        </pc:picChg>
        <pc:picChg chg="add mod">
          <ac:chgData name="Ole Lebech" userId="336102b2e0c7b8c6" providerId="LiveId" clId="{421A7AC4-97E4-40DC-BB4A-758468415E2A}" dt="2026-06-08T07:41:40.115" v="4665" actId="1076"/>
          <ac:picMkLst>
            <pc:docMk/>
            <pc:sldMk cId="3795122866" sldId="319"/>
            <ac:picMk id="30" creationId="{C5441325-6DF6-20DE-46BB-64A72BFB4846}"/>
          </ac:picMkLst>
        </pc:picChg>
      </pc:sldChg>
      <pc:sldChg chg="addSp delSp modSp new mod">
        <pc:chgData name="Ole Lebech" userId="336102b2e0c7b8c6" providerId="LiveId" clId="{421A7AC4-97E4-40DC-BB4A-758468415E2A}" dt="2026-06-08T07:52:13.176" v="4816" actId="1036"/>
        <pc:sldMkLst>
          <pc:docMk/>
          <pc:sldMk cId="1743683690" sldId="320"/>
        </pc:sldMkLst>
        <pc:spChg chg="mod">
          <ac:chgData name="Ole Lebech" userId="336102b2e0c7b8c6" providerId="LiveId" clId="{421A7AC4-97E4-40DC-BB4A-758468415E2A}" dt="2026-06-08T07:47:56.577" v="4770" actId="20577"/>
          <ac:spMkLst>
            <pc:docMk/>
            <pc:sldMk cId="1743683690" sldId="320"/>
            <ac:spMk id="2" creationId="{226C4FE8-D7FC-D7B7-E7BF-A7E3DEEBEB72}"/>
          </ac:spMkLst>
        </pc:spChg>
        <pc:spChg chg="del">
          <ac:chgData name="Ole Lebech" userId="336102b2e0c7b8c6" providerId="LiveId" clId="{421A7AC4-97E4-40DC-BB4A-758468415E2A}" dt="2026-06-08T07:48:10.545" v="4771" actId="478"/>
          <ac:spMkLst>
            <pc:docMk/>
            <pc:sldMk cId="1743683690" sldId="320"/>
            <ac:spMk id="3" creationId="{1148EDDE-F636-13AF-D501-AB620AF8F9E5}"/>
          </ac:spMkLst>
        </pc:spChg>
        <pc:picChg chg="add mod ord modCrop">
          <ac:chgData name="Ole Lebech" userId="336102b2e0c7b8c6" providerId="LiveId" clId="{421A7AC4-97E4-40DC-BB4A-758468415E2A}" dt="2026-06-08T07:52:13.176" v="4816" actId="1036"/>
          <ac:picMkLst>
            <pc:docMk/>
            <pc:sldMk cId="1743683690" sldId="320"/>
            <ac:picMk id="5" creationId="{ECD7593D-57AD-D6F5-8B07-172AC0083865}"/>
          </ac:picMkLst>
        </pc:picChg>
        <pc:picChg chg="add mod modCrop">
          <ac:chgData name="Ole Lebech" userId="336102b2e0c7b8c6" providerId="LiveId" clId="{421A7AC4-97E4-40DC-BB4A-758468415E2A}" dt="2026-06-08T07:51:53.016" v="4807" actId="1076"/>
          <ac:picMkLst>
            <pc:docMk/>
            <pc:sldMk cId="1743683690" sldId="320"/>
            <ac:picMk id="7" creationId="{7D13BB1F-A69F-468A-C09C-E24A75B557FE}"/>
          </ac:picMkLst>
        </pc:picChg>
        <pc:picChg chg="add mod">
          <ac:chgData name="Ole Lebech" userId="336102b2e0c7b8c6" providerId="LiveId" clId="{421A7AC4-97E4-40DC-BB4A-758468415E2A}" dt="2026-06-08T07:51:58.310" v="4809" actId="1076"/>
          <ac:picMkLst>
            <pc:docMk/>
            <pc:sldMk cId="1743683690" sldId="320"/>
            <ac:picMk id="9" creationId="{5F5E8406-8B2F-6CB7-6A94-FE169582069C}"/>
          </ac:picMkLst>
        </pc:picChg>
        <pc:picChg chg="add mod">
          <ac:chgData name="Ole Lebech" userId="336102b2e0c7b8c6" providerId="LiveId" clId="{421A7AC4-97E4-40DC-BB4A-758468415E2A}" dt="2026-06-08T07:51:56.350" v="4808" actId="1076"/>
          <ac:picMkLst>
            <pc:docMk/>
            <pc:sldMk cId="1743683690" sldId="320"/>
            <ac:picMk id="11" creationId="{88DFABAE-786B-6670-BF70-C40B876CCF76}"/>
          </ac:picMkLst>
        </pc:picChg>
      </pc:sldChg>
      <pc:sldChg chg="delSp add mod">
        <pc:chgData name="Ole Lebech" userId="336102b2e0c7b8c6" providerId="LiveId" clId="{421A7AC4-97E4-40DC-BB4A-758468415E2A}" dt="2026-06-08T07:43:17.606" v="4675" actId="478"/>
        <pc:sldMkLst>
          <pc:docMk/>
          <pc:sldMk cId="4005524824" sldId="321"/>
        </pc:sldMkLst>
        <pc:spChg chg="del">
          <ac:chgData name="Ole Lebech" userId="336102b2e0c7b8c6" providerId="LiveId" clId="{421A7AC4-97E4-40DC-BB4A-758468415E2A}" dt="2026-06-08T07:43:09.151" v="4670" actId="478"/>
          <ac:spMkLst>
            <pc:docMk/>
            <pc:sldMk cId="4005524824" sldId="321"/>
            <ac:spMk id="12" creationId="{2C2892C7-8845-2D16-85EC-2641AEC0901C}"/>
          </ac:spMkLst>
        </pc:spChg>
        <pc:spChg chg="del">
          <ac:chgData name="Ole Lebech" userId="336102b2e0c7b8c6" providerId="LiveId" clId="{421A7AC4-97E4-40DC-BB4A-758468415E2A}" dt="2026-06-08T07:43:13.132" v="4672" actId="478"/>
          <ac:spMkLst>
            <pc:docMk/>
            <pc:sldMk cId="4005524824" sldId="321"/>
            <ac:spMk id="21" creationId="{D3AAD57A-3A8D-EDDC-FCB2-C5D5C37DAB51}"/>
          </ac:spMkLst>
        </pc:spChg>
        <pc:spChg chg="del">
          <ac:chgData name="Ole Lebech" userId="336102b2e0c7b8c6" providerId="LiveId" clId="{421A7AC4-97E4-40DC-BB4A-758468415E2A}" dt="2026-06-08T07:43:17.606" v="4675" actId="478"/>
          <ac:spMkLst>
            <pc:docMk/>
            <pc:sldMk cId="4005524824" sldId="321"/>
            <ac:spMk id="24" creationId="{0061F28C-B590-3103-889D-44FD34DF50A9}"/>
          </ac:spMkLst>
        </pc:spChg>
        <pc:picChg chg="del">
          <ac:chgData name="Ole Lebech" userId="336102b2e0c7b8c6" providerId="LiveId" clId="{421A7AC4-97E4-40DC-BB4A-758468415E2A}" dt="2026-06-08T07:43:11.714" v="4671" actId="478"/>
          <ac:picMkLst>
            <pc:docMk/>
            <pc:sldMk cId="4005524824" sldId="321"/>
            <ac:picMk id="7" creationId="{FB2CBBDB-E274-A32D-6160-10D8A5DBF55E}"/>
          </ac:picMkLst>
        </pc:picChg>
        <pc:picChg chg="del">
          <ac:chgData name="Ole Lebech" userId="336102b2e0c7b8c6" providerId="LiveId" clId="{421A7AC4-97E4-40DC-BB4A-758468415E2A}" dt="2026-06-08T07:43:14.317" v="4673" actId="478"/>
          <ac:picMkLst>
            <pc:docMk/>
            <pc:sldMk cId="4005524824" sldId="321"/>
            <ac:picMk id="23" creationId="{00AA63A6-B046-A2A2-8492-CFF3C0196E8A}"/>
          </ac:picMkLst>
        </pc:picChg>
        <pc:picChg chg="del">
          <ac:chgData name="Ole Lebech" userId="336102b2e0c7b8c6" providerId="LiveId" clId="{421A7AC4-97E4-40DC-BB4A-758468415E2A}" dt="2026-06-08T07:43:15.175" v="4674" actId="478"/>
          <ac:picMkLst>
            <pc:docMk/>
            <pc:sldMk cId="4005524824" sldId="321"/>
            <ac:picMk id="26" creationId="{77400105-2EDB-43E7-A9BA-E61D5737E939}"/>
          </ac:picMkLst>
        </pc:picChg>
        <pc:picChg chg="del">
          <ac:chgData name="Ole Lebech" userId="336102b2e0c7b8c6" providerId="LiveId" clId="{421A7AC4-97E4-40DC-BB4A-758468415E2A}" dt="2026-06-08T07:43:17.606" v="4675" actId="478"/>
          <ac:picMkLst>
            <pc:docMk/>
            <pc:sldMk cId="4005524824" sldId="321"/>
            <ac:picMk id="27" creationId="{7C286AC9-9FC9-2886-E49C-E85FAD8DF4A2}"/>
          </ac:picMkLst>
        </pc:picChg>
        <pc:picChg chg="del">
          <ac:chgData name="Ole Lebech" userId="336102b2e0c7b8c6" providerId="LiveId" clId="{421A7AC4-97E4-40DC-BB4A-758468415E2A}" dt="2026-06-08T07:43:17.606" v="4675" actId="478"/>
          <ac:picMkLst>
            <pc:docMk/>
            <pc:sldMk cId="4005524824" sldId="321"/>
            <ac:picMk id="28" creationId="{76FC1F4F-E034-9949-C1FA-1E28986EA546}"/>
          </ac:picMkLst>
        </pc:picChg>
        <pc:picChg chg="del">
          <ac:chgData name="Ole Lebech" userId="336102b2e0c7b8c6" providerId="LiveId" clId="{421A7AC4-97E4-40DC-BB4A-758468415E2A}" dt="2026-06-08T07:43:17.606" v="4675" actId="478"/>
          <ac:picMkLst>
            <pc:docMk/>
            <pc:sldMk cId="4005524824" sldId="321"/>
            <ac:picMk id="29" creationId="{547E75C2-B483-C3D2-134D-7BFF4FCCD4B0}"/>
          </ac:picMkLst>
        </pc:picChg>
        <pc:picChg chg="del">
          <ac:chgData name="Ole Lebech" userId="336102b2e0c7b8c6" providerId="LiveId" clId="{421A7AC4-97E4-40DC-BB4A-758468415E2A}" dt="2026-06-08T07:43:17.606" v="4675" actId="478"/>
          <ac:picMkLst>
            <pc:docMk/>
            <pc:sldMk cId="4005524824" sldId="321"/>
            <ac:picMk id="30" creationId="{7994CEF2-198E-AC4C-6764-142ED96B223D}"/>
          </ac:picMkLst>
        </pc:picChg>
      </pc:sldChg>
      <pc:sldChg chg="delSp modSp add mod">
        <pc:chgData name="Ole Lebech" userId="336102b2e0c7b8c6" providerId="LiveId" clId="{421A7AC4-97E4-40DC-BB4A-758468415E2A}" dt="2026-06-08T07:45:55.858" v="4686" actId="478"/>
        <pc:sldMkLst>
          <pc:docMk/>
          <pc:sldMk cId="1203948740" sldId="322"/>
        </pc:sldMkLst>
        <pc:spChg chg="mod">
          <ac:chgData name="Ole Lebech" userId="336102b2e0c7b8c6" providerId="LiveId" clId="{421A7AC4-97E4-40DC-BB4A-758468415E2A}" dt="2026-06-08T07:45:20.978" v="4680" actId="207"/>
          <ac:spMkLst>
            <pc:docMk/>
            <pc:sldMk cId="1203948740" sldId="322"/>
            <ac:spMk id="13" creationId="{5F603082-F73E-E76F-67AC-F748C68CD191}"/>
          </ac:spMkLst>
        </pc:spChg>
        <pc:spChg chg="mod">
          <ac:chgData name="Ole Lebech" userId="336102b2e0c7b8c6" providerId="LiveId" clId="{421A7AC4-97E4-40DC-BB4A-758468415E2A}" dt="2026-06-08T07:45:20.978" v="4680" actId="207"/>
          <ac:spMkLst>
            <pc:docMk/>
            <pc:sldMk cId="1203948740" sldId="322"/>
            <ac:spMk id="18" creationId="{C0D9EC5B-8872-3B46-09FC-7704915B8257}"/>
          </ac:spMkLst>
        </pc:spChg>
        <pc:spChg chg="del">
          <ac:chgData name="Ole Lebech" userId="336102b2e0c7b8c6" providerId="LiveId" clId="{421A7AC4-97E4-40DC-BB4A-758468415E2A}" dt="2026-06-08T07:44:25.427" v="4677" actId="478"/>
          <ac:spMkLst>
            <pc:docMk/>
            <pc:sldMk cId="1203948740" sldId="322"/>
            <ac:spMk id="21" creationId="{6BE32035-941E-CD09-9A7C-910EF4E941B3}"/>
          </ac:spMkLst>
        </pc:spChg>
        <pc:spChg chg="del">
          <ac:chgData name="Ole Lebech" userId="336102b2e0c7b8c6" providerId="LiveId" clId="{421A7AC4-97E4-40DC-BB4A-758468415E2A}" dt="2026-06-08T07:45:51.742" v="4681" actId="478"/>
          <ac:spMkLst>
            <pc:docMk/>
            <pc:sldMk cId="1203948740" sldId="322"/>
            <ac:spMk id="24" creationId="{93D250D8-AC32-5F87-D1A6-8242C0309888}"/>
          </ac:spMkLst>
        </pc:spChg>
        <pc:picChg chg="del">
          <ac:chgData name="Ole Lebech" userId="336102b2e0c7b8c6" providerId="LiveId" clId="{421A7AC4-97E4-40DC-BB4A-758468415E2A}" dt="2026-06-08T07:44:26.500" v="4678" actId="478"/>
          <ac:picMkLst>
            <pc:docMk/>
            <pc:sldMk cId="1203948740" sldId="322"/>
            <ac:picMk id="23" creationId="{18CF7499-BBED-C3EE-5E6D-438C4C7378CE}"/>
          </ac:picMkLst>
        </pc:picChg>
        <pc:picChg chg="del">
          <ac:chgData name="Ole Lebech" userId="336102b2e0c7b8c6" providerId="LiveId" clId="{421A7AC4-97E4-40DC-BB4A-758468415E2A}" dt="2026-06-08T07:45:52.595" v="4682" actId="478"/>
          <ac:picMkLst>
            <pc:docMk/>
            <pc:sldMk cId="1203948740" sldId="322"/>
            <ac:picMk id="26" creationId="{FFC62594-3373-039E-1A4B-548D9E18653A}"/>
          </ac:picMkLst>
        </pc:picChg>
        <pc:picChg chg="del">
          <ac:chgData name="Ole Lebech" userId="336102b2e0c7b8c6" providerId="LiveId" clId="{421A7AC4-97E4-40DC-BB4A-758468415E2A}" dt="2026-06-08T07:45:54.128" v="4684" actId="478"/>
          <ac:picMkLst>
            <pc:docMk/>
            <pc:sldMk cId="1203948740" sldId="322"/>
            <ac:picMk id="27" creationId="{AA47D40C-B3DA-4216-E4D7-37B35656C94C}"/>
          </ac:picMkLst>
        </pc:picChg>
        <pc:picChg chg="del">
          <ac:chgData name="Ole Lebech" userId="336102b2e0c7b8c6" providerId="LiveId" clId="{421A7AC4-97E4-40DC-BB4A-758468415E2A}" dt="2026-06-08T07:45:53.336" v="4683" actId="478"/>
          <ac:picMkLst>
            <pc:docMk/>
            <pc:sldMk cId="1203948740" sldId="322"/>
            <ac:picMk id="28" creationId="{2524E080-98E1-792D-38AA-F9870BE8BD48}"/>
          </ac:picMkLst>
        </pc:picChg>
        <pc:picChg chg="del">
          <ac:chgData name="Ole Lebech" userId="336102b2e0c7b8c6" providerId="LiveId" clId="{421A7AC4-97E4-40DC-BB4A-758468415E2A}" dt="2026-06-08T07:45:55.858" v="4686" actId="478"/>
          <ac:picMkLst>
            <pc:docMk/>
            <pc:sldMk cId="1203948740" sldId="322"/>
            <ac:picMk id="29" creationId="{904F323D-4F4E-A392-0E08-C9A026968A76}"/>
          </ac:picMkLst>
        </pc:picChg>
        <pc:picChg chg="del">
          <ac:chgData name="Ole Lebech" userId="336102b2e0c7b8c6" providerId="LiveId" clId="{421A7AC4-97E4-40DC-BB4A-758468415E2A}" dt="2026-06-08T07:45:55.144" v="4685" actId="478"/>
          <ac:picMkLst>
            <pc:docMk/>
            <pc:sldMk cId="1203948740" sldId="322"/>
            <ac:picMk id="30" creationId="{4C038116-81F6-0829-4ED6-4A27E104E7DD}"/>
          </ac:picMkLst>
        </pc:picChg>
      </pc:sldChg>
      <pc:sldChg chg="delSp add mod">
        <pc:chgData name="Ole Lebech" userId="336102b2e0c7b8c6" providerId="LiveId" clId="{421A7AC4-97E4-40DC-BB4A-758468415E2A}" dt="2026-06-08T07:46:39.977" v="4693" actId="478"/>
        <pc:sldMkLst>
          <pc:docMk/>
          <pc:sldMk cId="3184129304" sldId="323"/>
        </pc:sldMkLst>
        <pc:spChg chg="del">
          <ac:chgData name="Ole Lebech" userId="336102b2e0c7b8c6" providerId="LiveId" clId="{421A7AC4-97E4-40DC-BB4A-758468415E2A}" dt="2026-06-08T07:46:34.995" v="4689" actId="478"/>
          <ac:spMkLst>
            <pc:docMk/>
            <pc:sldMk cId="3184129304" sldId="323"/>
            <ac:spMk id="24" creationId="{0ECF0B8E-058A-8861-52CB-664CDC0A7E14}"/>
          </ac:spMkLst>
        </pc:spChg>
        <pc:picChg chg="del">
          <ac:chgData name="Ole Lebech" userId="336102b2e0c7b8c6" providerId="LiveId" clId="{421A7AC4-97E4-40DC-BB4A-758468415E2A}" dt="2026-06-08T07:46:29.564" v="4688" actId="478"/>
          <ac:picMkLst>
            <pc:docMk/>
            <pc:sldMk cId="3184129304" sldId="323"/>
            <ac:picMk id="26" creationId="{E5F69E84-8E16-901A-B407-5B723955EAF8}"/>
          </ac:picMkLst>
        </pc:picChg>
        <pc:picChg chg="del">
          <ac:chgData name="Ole Lebech" userId="336102b2e0c7b8c6" providerId="LiveId" clId="{421A7AC4-97E4-40DC-BB4A-758468415E2A}" dt="2026-06-08T07:46:38.244" v="4691" actId="478"/>
          <ac:picMkLst>
            <pc:docMk/>
            <pc:sldMk cId="3184129304" sldId="323"/>
            <ac:picMk id="27" creationId="{95DD2571-98C2-218F-69DE-A5E5CFAEF805}"/>
          </ac:picMkLst>
        </pc:picChg>
        <pc:picChg chg="del">
          <ac:chgData name="Ole Lebech" userId="336102b2e0c7b8c6" providerId="LiveId" clId="{421A7AC4-97E4-40DC-BB4A-758468415E2A}" dt="2026-06-08T07:46:36.397" v="4690" actId="478"/>
          <ac:picMkLst>
            <pc:docMk/>
            <pc:sldMk cId="3184129304" sldId="323"/>
            <ac:picMk id="28" creationId="{803D9C4A-2583-7B1F-38A9-318551B81D7F}"/>
          </ac:picMkLst>
        </pc:picChg>
        <pc:picChg chg="del">
          <ac:chgData name="Ole Lebech" userId="336102b2e0c7b8c6" providerId="LiveId" clId="{421A7AC4-97E4-40DC-BB4A-758468415E2A}" dt="2026-06-08T07:46:39.977" v="4693" actId="478"/>
          <ac:picMkLst>
            <pc:docMk/>
            <pc:sldMk cId="3184129304" sldId="323"/>
            <ac:picMk id="29" creationId="{ECC91EDA-7AEE-3D24-7F68-8FB44D94CB97}"/>
          </ac:picMkLst>
        </pc:picChg>
        <pc:picChg chg="del">
          <ac:chgData name="Ole Lebech" userId="336102b2e0c7b8c6" providerId="LiveId" clId="{421A7AC4-97E4-40DC-BB4A-758468415E2A}" dt="2026-06-08T07:46:39.210" v="4692" actId="478"/>
          <ac:picMkLst>
            <pc:docMk/>
            <pc:sldMk cId="3184129304" sldId="323"/>
            <ac:picMk id="30" creationId="{6D23B99A-81B8-4199-DE24-8CA7F87F61EC}"/>
          </ac:picMkLst>
        </pc:picChg>
      </pc:sldChg>
      <pc:sldChg chg="addSp delSp modSp new mod">
        <pc:chgData name="Ole Lebech" userId="336102b2e0c7b8c6" providerId="LiveId" clId="{421A7AC4-97E4-40DC-BB4A-758468415E2A}" dt="2026-06-08T09:59:42.942" v="5100" actId="20577"/>
        <pc:sldMkLst>
          <pc:docMk/>
          <pc:sldMk cId="1662633702" sldId="324"/>
        </pc:sldMkLst>
        <pc:spChg chg="del">
          <ac:chgData name="Ole Lebech" userId="336102b2e0c7b8c6" providerId="LiveId" clId="{421A7AC4-97E4-40DC-BB4A-758468415E2A}" dt="2026-06-08T09:40:51.956" v="4848" actId="478"/>
          <ac:spMkLst>
            <pc:docMk/>
            <pc:sldMk cId="1662633702" sldId="324"/>
            <ac:spMk id="2" creationId="{1D1FB6F2-0B10-1850-EAF0-5DF2EADA8FE8}"/>
          </ac:spMkLst>
        </pc:spChg>
        <pc:spChg chg="del">
          <ac:chgData name="Ole Lebech" userId="336102b2e0c7b8c6" providerId="LiveId" clId="{421A7AC4-97E4-40DC-BB4A-758468415E2A}" dt="2026-06-08T09:40:54.852" v="4849" actId="478"/>
          <ac:spMkLst>
            <pc:docMk/>
            <pc:sldMk cId="1662633702" sldId="324"/>
            <ac:spMk id="3" creationId="{D38B0AFD-D128-4348-2E1D-072FAD164E07}"/>
          </ac:spMkLst>
        </pc:spChg>
        <pc:spChg chg="add mod">
          <ac:chgData name="Ole Lebech" userId="336102b2e0c7b8c6" providerId="LiveId" clId="{421A7AC4-97E4-40DC-BB4A-758468415E2A}" dt="2026-06-08T09:57:24.306" v="4999" actId="1076"/>
          <ac:spMkLst>
            <pc:docMk/>
            <pc:sldMk cId="1662633702" sldId="324"/>
            <ac:spMk id="18" creationId="{22094D67-F465-A66D-6336-4C8C5D07CA76}"/>
          </ac:spMkLst>
        </pc:spChg>
        <pc:spChg chg="add del mod">
          <ac:chgData name="Ole Lebech" userId="336102b2e0c7b8c6" providerId="LiveId" clId="{421A7AC4-97E4-40DC-BB4A-758468415E2A}" dt="2026-06-08T09:57:34.278" v="5000" actId="478"/>
          <ac:spMkLst>
            <pc:docMk/>
            <pc:sldMk cId="1662633702" sldId="324"/>
            <ac:spMk id="19" creationId="{149E485E-2522-A45F-0218-AE6AE9A266BE}"/>
          </ac:spMkLst>
        </pc:spChg>
        <pc:spChg chg="add mod">
          <ac:chgData name="Ole Lebech" userId="336102b2e0c7b8c6" providerId="LiveId" clId="{421A7AC4-97E4-40DC-BB4A-758468415E2A}" dt="2026-06-08T09:58:07.885" v="5053" actId="14100"/>
          <ac:spMkLst>
            <pc:docMk/>
            <pc:sldMk cId="1662633702" sldId="324"/>
            <ac:spMk id="20" creationId="{6DA02477-8210-33F7-F5B0-D1D2400123B5}"/>
          </ac:spMkLst>
        </pc:spChg>
        <pc:spChg chg="add mod">
          <ac:chgData name="Ole Lebech" userId="336102b2e0c7b8c6" providerId="LiveId" clId="{421A7AC4-97E4-40DC-BB4A-758468415E2A}" dt="2026-06-08T09:58:37.928" v="5066" actId="20577"/>
          <ac:spMkLst>
            <pc:docMk/>
            <pc:sldMk cId="1662633702" sldId="324"/>
            <ac:spMk id="21" creationId="{06DFA9CD-5BDE-F102-017D-F2F88AB361B9}"/>
          </ac:spMkLst>
        </pc:spChg>
        <pc:spChg chg="add mod">
          <ac:chgData name="Ole Lebech" userId="336102b2e0c7b8c6" providerId="LiveId" clId="{421A7AC4-97E4-40DC-BB4A-758468415E2A}" dt="2026-06-08T09:59:19.842" v="5094" actId="1076"/>
          <ac:spMkLst>
            <pc:docMk/>
            <pc:sldMk cId="1662633702" sldId="324"/>
            <ac:spMk id="22" creationId="{39244CF4-A3AD-38CC-2591-24B106A87703}"/>
          </ac:spMkLst>
        </pc:spChg>
        <pc:spChg chg="add mod">
          <ac:chgData name="Ole Lebech" userId="336102b2e0c7b8c6" providerId="LiveId" clId="{421A7AC4-97E4-40DC-BB4A-758468415E2A}" dt="2026-06-08T09:59:42.942" v="5100" actId="20577"/>
          <ac:spMkLst>
            <pc:docMk/>
            <pc:sldMk cId="1662633702" sldId="324"/>
            <ac:spMk id="23" creationId="{3C30087F-8C2C-99C2-71AE-E42C61B96694}"/>
          </ac:spMkLst>
        </pc:spChg>
        <pc:picChg chg="add mod ord">
          <ac:chgData name="Ole Lebech" userId="336102b2e0c7b8c6" providerId="LiveId" clId="{421A7AC4-97E4-40DC-BB4A-758468415E2A}" dt="2026-06-08T09:54:20.560" v="4944" actId="1076"/>
          <ac:picMkLst>
            <pc:docMk/>
            <pc:sldMk cId="1662633702" sldId="324"/>
            <ac:picMk id="5" creationId="{70265A14-041A-F4B0-B4D3-AE03E7A12F77}"/>
          </ac:picMkLst>
        </pc:picChg>
        <pc:picChg chg="add mod">
          <ac:chgData name="Ole Lebech" userId="336102b2e0c7b8c6" providerId="LiveId" clId="{421A7AC4-97E4-40DC-BB4A-758468415E2A}" dt="2026-06-08T09:50:01.389" v="4919" actId="1076"/>
          <ac:picMkLst>
            <pc:docMk/>
            <pc:sldMk cId="1662633702" sldId="324"/>
            <ac:picMk id="7" creationId="{AF961554-B044-AB83-0E6E-94D1494CD0D1}"/>
          </ac:picMkLst>
        </pc:picChg>
        <pc:picChg chg="add mod">
          <ac:chgData name="Ole Lebech" userId="336102b2e0c7b8c6" providerId="LiveId" clId="{421A7AC4-97E4-40DC-BB4A-758468415E2A}" dt="2026-06-08T09:49:59.566" v="4918" actId="1076"/>
          <ac:picMkLst>
            <pc:docMk/>
            <pc:sldMk cId="1662633702" sldId="324"/>
            <ac:picMk id="9" creationId="{DE01F51E-D31A-5254-CD96-B7F9DBBBDCC6}"/>
          </ac:picMkLst>
        </pc:picChg>
        <pc:picChg chg="add mod ord modCrop">
          <ac:chgData name="Ole Lebech" userId="336102b2e0c7b8c6" providerId="LiveId" clId="{421A7AC4-97E4-40DC-BB4A-758468415E2A}" dt="2026-06-08T09:55:45.060" v="4955" actId="1076"/>
          <ac:picMkLst>
            <pc:docMk/>
            <pc:sldMk cId="1662633702" sldId="324"/>
            <ac:picMk id="11" creationId="{C8BB66B0-D401-4A46-BCEF-75B9FE68F02C}"/>
          </ac:picMkLst>
        </pc:picChg>
        <pc:picChg chg="add mod">
          <ac:chgData name="Ole Lebech" userId="336102b2e0c7b8c6" providerId="LiveId" clId="{421A7AC4-97E4-40DC-BB4A-758468415E2A}" dt="2026-06-08T09:55:47.137" v="4956" actId="1076"/>
          <ac:picMkLst>
            <pc:docMk/>
            <pc:sldMk cId="1662633702" sldId="324"/>
            <ac:picMk id="13" creationId="{E8DA2B81-0704-111A-3C98-54BE647819EB}"/>
          </ac:picMkLst>
        </pc:picChg>
        <pc:picChg chg="add mod">
          <ac:chgData name="Ole Lebech" userId="336102b2e0c7b8c6" providerId="LiveId" clId="{421A7AC4-97E4-40DC-BB4A-758468415E2A}" dt="2026-06-08T09:54:36.789" v="4946" actId="1076"/>
          <ac:picMkLst>
            <pc:docMk/>
            <pc:sldMk cId="1662633702" sldId="324"/>
            <ac:picMk id="15" creationId="{31729274-E244-787F-79B2-24D73D99CBC7}"/>
          </ac:picMkLst>
        </pc:picChg>
        <pc:picChg chg="add mod">
          <ac:chgData name="Ole Lebech" userId="336102b2e0c7b8c6" providerId="LiveId" clId="{421A7AC4-97E4-40DC-BB4A-758468415E2A}" dt="2026-06-08T09:55:42.902" v="4954" actId="1076"/>
          <ac:picMkLst>
            <pc:docMk/>
            <pc:sldMk cId="1662633702" sldId="324"/>
            <ac:picMk id="17" creationId="{004BB004-CBD7-E3EA-02B7-659CBBD8722E}"/>
          </ac:picMkLst>
        </pc:picChg>
      </pc:sldChg>
      <pc:sldChg chg="addSp delSp new mod">
        <pc:chgData name="Ole Lebech" userId="336102b2e0c7b8c6" providerId="LiveId" clId="{421A7AC4-97E4-40DC-BB4A-758468415E2A}" dt="2026-06-08T12:52:25.009" v="5104" actId="22"/>
        <pc:sldMkLst>
          <pc:docMk/>
          <pc:sldMk cId="1194540881" sldId="325"/>
        </pc:sldMkLst>
        <pc:spChg chg="del">
          <ac:chgData name="Ole Lebech" userId="336102b2e0c7b8c6" providerId="LiveId" clId="{421A7AC4-97E4-40DC-BB4A-758468415E2A}" dt="2026-06-08T12:52:24.269" v="5103" actId="478"/>
          <ac:spMkLst>
            <pc:docMk/>
            <pc:sldMk cId="1194540881" sldId="325"/>
            <ac:spMk id="2" creationId="{C101DF83-F17F-0E15-F151-414372BF1EA7}"/>
          </ac:spMkLst>
        </pc:spChg>
        <pc:spChg chg="del">
          <ac:chgData name="Ole Lebech" userId="336102b2e0c7b8c6" providerId="LiveId" clId="{421A7AC4-97E4-40DC-BB4A-758468415E2A}" dt="2026-06-08T12:52:20.844" v="5102" actId="478"/>
          <ac:spMkLst>
            <pc:docMk/>
            <pc:sldMk cId="1194540881" sldId="325"/>
            <ac:spMk id="3" creationId="{FF311F06-5A98-CB69-6DDC-2E28A3A5C378}"/>
          </ac:spMkLst>
        </pc:spChg>
        <pc:picChg chg="add">
          <ac:chgData name="Ole Lebech" userId="336102b2e0c7b8c6" providerId="LiveId" clId="{421A7AC4-97E4-40DC-BB4A-758468415E2A}" dt="2026-06-08T12:52:25.009" v="5104" actId="22"/>
          <ac:picMkLst>
            <pc:docMk/>
            <pc:sldMk cId="1194540881" sldId="325"/>
            <ac:picMk id="5" creationId="{21EB2074-B06B-EE35-28D8-795C8F85D198}"/>
          </ac:picMkLst>
        </pc:picChg>
      </pc:sldChg>
      <pc:sldChg chg="addSp delSp modSp new mod">
        <pc:chgData name="Ole Lebech" userId="336102b2e0c7b8c6" providerId="LiveId" clId="{421A7AC4-97E4-40DC-BB4A-758468415E2A}" dt="2026-06-08T14:37:25.979" v="5110" actId="962"/>
        <pc:sldMkLst>
          <pc:docMk/>
          <pc:sldMk cId="4014357759" sldId="326"/>
        </pc:sldMkLst>
        <pc:spChg chg="del">
          <ac:chgData name="Ole Lebech" userId="336102b2e0c7b8c6" providerId="LiveId" clId="{421A7AC4-97E4-40DC-BB4A-758468415E2A}" dt="2026-06-08T14:37:05.095" v="5106" actId="478"/>
          <ac:spMkLst>
            <pc:docMk/>
            <pc:sldMk cId="4014357759" sldId="326"/>
            <ac:spMk id="2" creationId="{1D44B755-C0F2-54D7-915E-82A84E8DE721}"/>
          </ac:spMkLst>
        </pc:spChg>
        <pc:spChg chg="del">
          <ac:chgData name="Ole Lebech" userId="336102b2e0c7b8c6" providerId="LiveId" clId="{421A7AC4-97E4-40DC-BB4A-758468415E2A}" dt="2026-06-08T14:37:07.228" v="5107" actId="478"/>
          <ac:spMkLst>
            <pc:docMk/>
            <pc:sldMk cId="4014357759" sldId="326"/>
            <ac:spMk id="3" creationId="{38001385-75CF-860D-C7F1-4E3558C45394}"/>
          </ac:spMkLst>
        </pc:spChg>
        <pc:picChg chg="add mod">
          <ac:chgData name="Ole Lebech" userId="336102b2e0c7b8c6" providerId="LiveId" clId="{421A7AC4-97E4-40DC-BB4A-758468415E2A}" dt="2026-06-08T14:37:25.979" v="5110" actId="962"/>
          <ac:picMkLst>
            <pc:docMk/>
            <pc:sldMk cId="4014357759" sldId="326"/>
            <ac:picMk id="5" creationId="{16575AA6-9061-C0DB-A4BF-C4653827AA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AB366-5E1A-41F1-AD38-157DA8EF86B4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E811D-BDC6-439D-823F-33F66A804F6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086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868B1-BFE2-9B3F-F24A-5568B973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9E306-59AD-C43C-1036-4E5B96341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22C8C-6157-61B8-49B4-B49942148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705D8-2E92-EA87-EFE4-B430EFA0A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9E811D-BDC6-439D-823F-33F66A804F6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6278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9E811D-BDC6-439D-823F-33F66A804F60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149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5BB6-3CB5-6D14-11EE-4C2F7903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3BFB1-7749-6168-4CDE-71078EEE0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B6B3E-7EBD-1673-917F-6E257286D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7C168-F3FF-9E95-ACF8-D1ADC71BE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9E811D-BDC6-439D-823F-33F66A804F6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816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CB2E7-54C7-6AD0-356C-9EC7978D0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73AA3-F5BE-2271-8A72-99F4B56AD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7CC21-67DC-6BFD-F785-E8B63BC9C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A549A-7B66-88F7-7A05-A17C538E0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9E811D-BDC6-439D-823F-33F66A804F6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177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C9CB-FAF8-7437-4ACB-D05FC292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C22DE-7D37-D867-ED91-4C0151749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A9C6F-35EC-3E61-A74B-F1CC0F613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Når den bliver serveret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EBB63-E442-F900-5724-0752D74C0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9E811D-BDC6-439D-823F-33F66A804F6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547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D694-33A0-32D9-44F6-88224844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1E25B-7C2E-3974-F601-1EA348987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C4424-5106-0919-391A-01A0A26A5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Når den bliver serveret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1CC5C-56FC-EE8B-4798-66453D29A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9E811D-BDC6-439D-823F-33F66A804F6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687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C0EB-3DC1-CFFD-CCCB-2359F7700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7E791-08B1-6FEF-5655-45748A7E8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B35AF-6FDC-ADFB-8792-C34176FD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5FF69-6B5A-7C92-23D3-8F58C41A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FFCF-A0E7-464D-8F18-BAEF8E49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9440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4B4D-0755-A0CB-5989-474B21ED6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F20AF-41F9-E49A-FD08-2D72ED04A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1E48D-37A6-3721-8DFB-65A70C7C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35C1A-6D67-1B63-DC2B-C33595AE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DAC92-328C-17C8-84C9-DDBCC481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5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BD09-A5B1-5ADB-831B-C37C33EC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33114-DE1D-0D7A-1E94-38F68B50C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8CC9-7FFF-CE1D-7E93-6039A56C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8B460-9F7F-453E-4617-11D3F48B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FD717-7B0D-9822-5521-FC64D1D4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788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2B7E-0A69-7435-3B99-80586BB1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50DC-C745-CB2C-FB5A-BA1338BEA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40F99-139C-0832-6865-3BD55A36E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3C480-1375-5FD8-DA25-3D597D0F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D4998-E9EF-615F-AB18-5F344C8C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EA8BC-F921-AA0D-9509-94E2A1B07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904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CDD9-D6FA-F3DA-361E-63AD46F16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AF81D-3848-9CD0-D4D7-45EA336DE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16A30-0543-40FE-7E72-5350A550D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8CAD1-CDD4-9078-E26F-0FBE53829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8A704-A00F-5DDB-423C-2C570D05B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9A8A9-5847-9556-7894-3D44C94E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79D93-793D-E7B6-9884-4A602205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37011-310B-EED9-ADE3-ABC5C677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374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D84B-F233-38EC-341B-1BB7B8EB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8B1B2-5A32-E26B-5DE8-EA99278D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7D0BD-D79E-F7D1-3CFE-DBC991C9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38F2C-E3F6-FAB3-2560-D7CBD989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90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407F6-8275-2F55-96D7-F7ABE1DB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EB626-0B48-789A-36A1-410A51C2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BC36-46F7-94DA-43BA-6638F8E6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344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F492-99AF-05AE-57BB-42993E46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F134C-A461-F5BD-4B46-E0DC6447B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0A70F-DD93-582C-C569-68BB7AF6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61926-7FF8-49A8-B4EB-BACA780D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6FC53-A61B-7BF0-946E-E908A64F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82FA8-D5A6-96B2-7B1E-FD0BB60F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932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B67A-3BC9-13A4-B640-4B72BDB3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F570F-93B1-7F4E-F678-57F17428B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EE929-75C4-15A7-3B6A-D8F986985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95DFF-EE23-0E25-5035-638AB321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42F36-40F1-CAF0-1B20-8C29CADD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CB2F8-A8BF-EBAF-8B03-48B05B7C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211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024B-6842-6C47-BB6E-4CE405EA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8D493-B72A-E811-559D-A02FFBCE5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62BB1-D16A-D5A5-199E-787DAE65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BA6E4-1DA1-2B72-7292-188C4682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C23AA-FFBC-5219-F64D-CDB587100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652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7E07A-9827-76F8-0DFE-70F519E80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A2065-7445-53AF-65C6-698C3E94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7B0F-0ABC-1D55-9C9D-84AE2E08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AFB5C-7D19-BFB3-5A7F-6EB0DC2A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DD6EB-5D34-D5DE-CCA7-43D71370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240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08AC2-3CBA-FCD9-5B60-F26D505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E5C9E-96C0-5C13-E917-A41CFE229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0DA5-F85E-DF22-BBB2-1E441871D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6B401-6240-4B44-8566-11909E9018FD}" type="datetimeFigureOut">
              <a:rPr lang="da-DK" smtClean="0"/>
              <a:t>08-06-2026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0E48C-F72C-77B1-799A-98D0F052D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8CDBC-9580-BD84-EA8F-F88D721ED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C5613-A7EA-40DC-BFAD-058C1187FCB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158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8.jpeg"/><Relationship Id="rId4" Type="http://schemas.openxmlformats.org/officeDocument/2006/relationships/image" Target="../media/image31.png"/><Relationship Id="rId9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367A1-BBC2-BF67-3D4D-95C5D9A0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C0E0E9-48A2-A7DF-565B-D4A9A7D64044}"/>
              </a:ext>
            </a:extLst>
          </p:cNvPr>
          <p:cNvSpPr/>
          <p:nvPr/>
        </p:nvSpPr>
        <p:spPr>
          <a:xfrm>
            <a:off x="7521148" y="762400"/>
            <a:ext cx="4548249" cy="5726890"/>
          </a:xfrm>
          <a:custGeom>
            <a:avLst/>
            <a:gdLst>
              <a:gd name="csX0" fmla="*/ 0 w 4548249"/>
              <a:gd name="csY0" fmla="*/ 321288 h 5726890"/>
              <a:gd name="csX1" fmla="*/ 321288 w 4548249"/>
              <a:gd name="csY1" fmla="*/ 0 h 5726890"/>
              <a:gd name="csX2" fmla="*/ 957355 w 4548249"/>
              <a:gd name="csY2" fmla="*/ 0 h 5726890"/>
              <a:gd name="csX3" fmla="*/ 1476251 w 4548249"/>
              <a:gd name="csY3" fmla="*/ 0 h 5726890"/>
              <a:gd name="csX4" fmla="*/ 1956091 w 4548249"/>
              <a:gd name="csY4" fmla="*/ 0 h 5726890"/>
              <a:gd name="csX5" fmla="*/ 2553101 w 4548249"/>
              <a:gd name="csY5" fmla="*/ 0 h 5726890"/>
              <a:gd name="csX6" fmla="*/ 3071998 w 4548249"/>
              <a:gd name="csY6" fmla="*/ 0 h 5726890"/>
              <a:gd name="csX7" fmla="*/ 3708064 w 4548249"/>
              <a:gd name="csY7" fmla="*/ 0 h 5726890"/>
              <a:gd name="csX8" fmla="*/ 4226961 w 4548249"/>
              <a:gd name="csY8" fmla="*/ 0 h 5726890"/>
              <a:gd name="csX9" fmla="*/ 4548249 w 4548249"/>
              <a:gd name="csY9" fmla="*/ 321288 h 5726890"/>
              <a:gd name="csX10" fmla="*/ 4548249 w 4548249"/>
              <a:gd name="csY10" fmla="*/ 784525 h 5726890"/>
              <a:gd name="csX11" fmla="*/ 4548249 w 4548249"/>
              <a:gd name="csY11" fmla="*/ 1349449 h 5726890"/>
              <a:gd name="csX12" fmla="*/ 4548249 w 4548249"/>
              <a:gd name="csY12" fmla="*/ 1863530 h 5726890"/>
              <a:gd name="csX13" fmla="*/ 4548249 w 4548249"/>
              <a:gd name="csY13" fmla="*/ 2530140 h 5726890"/>
              <a:gd name="csX14" fmla="*/ 4548249 w 4548249"/>
              <a:gd name="csY14" fmla="*/ 3196750 h 5726890"/>
              <a:gd name="csX15" fmla="*/ 4548249 w 4548249"/>
              <a:gd name="csY15" fmla="*/ 3659988 h 5726890"/>
              <a:gd name="csX16" fmla="*/ 4548249 w 4548249"/>
              <a:gd name="csY16" fmla="*/ 4224911 h 5726890"/>
              <a:gd name="csX17" fmla="*/ 4548249 w 4548249"/>
              <a:gd name="csY17" fmla="*/ 4891521 h 5726890"/>
              <a:gd name="csX18" fmla="*/ 4548249 w 4548249"/>
              <a:gd name="csY18" fmla="*/ 5405602 h 5726890"/>
              <a:gd name="csX19" fmla="*/ 4226961 w 4548249"/>
              <a:gd name="csY19" fmla="*/ 5726890 h 5726890"/>
              <a:gd name="csX20" fmla="*/ 3747121 w 4548249"/>
              <a:gd name="csY20" fmla="*/ 5726890 h 5726890"/>
              <a:gd name="csX21" fmla="*/ 3189168 w 4548249"/>
              <a:gd name="csY21" fmla="*/ 5726890 h 5726890"/>
              <a:gd name="csX22" fmla="*/ 2709328 w 4548249"/>
              <a:gd name="csY22" fmla="*/ 5726890 h 5726890"/>
              <a:gd name="csX23" fmla="*/ 2151375 w 4548249"/>
              <a:gd name="csY23" fmla="*/ 5726890 h 5726890"/>
              <a:gd name="csX24" fmla="*/ 1710592 w 4548249"/>
              <a:gd name="csY24" fmla="*/ 5726890 h 5726890"/>
              <a:gd name="csX25" fmla="*/ 1269809 w 4548249"/>
              <a:gd name="csY25" fmla="*/ 5726890 h 5726890"/>
              <a:gd name="csX26" fmla="*/ 321288 w 4548249"/>
              <a:gd name="csY26" fmla="*/ 5726890 h 5726890"/>
              <a:gd name="csX27" fmla="*/ 0 w 4548249"/>
              <a:gd name="csY27" fmla="*/ 5405602 h 5726890"/>
              <a:gd name="csX28" fmla="*/ 0 w 4548249"/>
              <a:gd name="csY28" fmla="*/ 4993208 h 5726890"/>
              <a:gd name="csX29" fmla="*/ 0 w 4548249"/>
              <a:gd name="csY29" fmla="*/ 4377441 h 5726890"/>
              <a:gd name="csX30" fmla="*/ 0 w 4548249"/>
              <a:gd name="csY30" fmla="*/ 3965046 h 5726890"/>
              <a:gd name="csX31" fmla="*/ 0 w 4548249"/>
              <a:gd name="csY31" fmla="*/ 3349279 h 5726890"/>
              <a:gd name="csX32" fmla="*/ 0 w 4548249"/>
              <a:gd name="csY32" fmla="*/ 2886042 h 5726890"/>
              <a:gd name="csX33" fmla="*/ 0 w 4548249"/>
              <a:gd name="csY33" fmla="*/ 2473648 h 5726890"/>
              <a:gd name="csX34" fmla="*/ 0 w 4548249"/>
              <a:gd name="csY34" fmla="*/ 2010410 h 5726890"/>
              <a:gd name="csX35" fmla="*/ 0 w 4548249"/>
              <a:gd name="csY35" fmla="*/ 1394643 h 5726890"/>
              <a:gd name="csX36" fmla="*/ 0 w 4548249"/>
              <a:gd name="csY36" fmla="*/ 931406 h 5726890"/>
              <a:gd name="csX37" fmla="*/ 0 w 4548249"/>
              <a:gd name="csY37" fmla="*/ 321288 h 5726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4548249" h="5726890" extrusionOk="0">
                <a:moveTo>
                  <a:pt x="0" y="321288"/>
                </a:moveTo>
                <a:cubicBezTo>
                  <a:pt x="-29212" y="125828"/>
                  <a:pt x="104610" y="14726"/>
                  <a:pt x="321288" y="0"/>
                </a:cubicBezTo>
                <a:cubicBezTo>
                  <a:pt x="520258" y="-29142"/>
                  <a:pt x="689839" y="56200"/>
                  <a:pt x="957355" y="0"/>
                </a:cubicBezTo>
                <a:cubicBezTo>
                  <a:pt x="1224871" y="-56200"/>
                  <a:pt x="1330226" y="37348"/>
                  <a:pt x="1476251" y="0"/>
                </a:cubicBezTo>
                <a:cubicBezTo>
                  <a:pt x="1622276" y="-37348"/>
                  <a:pt x="1753462" y="29696"/>
                  <a:pt x="1956091" y="0"/>
                </a:cubicBezTo>
                <a:cubicBezTo>
                  <a:pt x="2158720" y="-29696"/>
                  <a:pt x="2269701" y="8619"/>
                  <a:pt x="2553101" y="0"/>
                </a:cubicBezTo>
                <a:cubicBezTo>
                  <a:pt x="2836501" y="-8619"/>
                  <a:pt x="2835840" y="25553"/>
                  <a:pt x="3071998" y="0"/>
                </a:cubicBezTo>
                <a:cubicBezTo>
                  <a:pt x="3308156" y="-25553"/>
                  <a:pt x="3526812" y="8503"/>
                  <a:pt x="3708064" y="0"/>
                </a:cubicBezTo>
                <a:cubicBezTo>
                  <a:pt x="3889316" y="-8503"/>
                  <a:pt x="4040590" y="18218"/>
                  <a:pt x="4226961" y="0"/>
                </a:cubicBezTo>
                <a:cubicBezTo>
                  <a:pt x="4382325" y="36523"/>
                  <a:pt x="4539974" y="134248"/>
                  <a:pt x="4548249" y="321288"/>
                </a:cubicBezTo>
                <a:cubicBezTo>
                  <a:pt x="4588728" y="480728"/>
                  <a:pt x="4514249" y="579105"/>
                  <a:pt x="4548249" y="784525"/>
                </a:cubicBezTo>
                <a:cubicBezTo>
                  <a:pt x="4582249" y="989945"/>
                  <a:pt x="4539012" y="1232926"/>
                  <a:pt x="4548249" y="1349449"/>
                </a:cubicBezTo>
                <a:cubicBezTo>
                  <a:pt x="4557486" y="1465972"/>
                  <a:pt x="4498373" y="1749029"/>
                  <a:pt x="4548249" y="1863530"/>
                </a:cubicBezTo>
                <a:cubicBezTo>
                  <a:pt x="4598125" y="1978031"/>
                  <a:pt x="4476914" y="2280772"/>
                  <a:pt x="4548249" y="2530140"/>
                </a:cubicBezTo>
                <a:cubicBezTo>
                  <a:pt x="4619584" y="2779508"/>
                  <a:pt x="4474848" y="2945776"/>
                  <a:pt x="4548249" y="3196750"/>
                </a:cubicBezTo>
                <a:cubicBezTo>
                  <a:pt x="4621650" y="3447724"/>
                  <a:pt x="4517602" y="3539444"/>
                  <a:pt x="4548249" y="3659988"/>
                </a:cubicBezTo>
                <a:cubicBezTo>
                  <a:pt x="4578896" y="3780532"/>
                  <a:pt x="4547143" y="3986238"/>
                  <a:pt x="4548249" y="4224911"/>
                </a:cubicBezTo>
                <a:cubicBezTo>
                  <a:pt x="4549355" y="4463584"/>
                  <a:pt x="4544389" y="4619420"/>
                  <a:pt x="4548249" y="4891521"/>
                </a:cubicBezTo>
                <a:cubicBezTo>
                  <a:pt x="4552109" y="5163622"/>
                  <a:pt x="4493964" y="5255148"/>
                  <a:pt x="4548249" y="5405602"/>
                </a:cubicBezTo>
                <a:cubicBezTo>
                  <a:pt x="4545350" y="5588227"/>
                  <a:pt x="4446532" y="5758195"/>
                  <a:pt x="4226961" y="5726890"/>
                </a:cubicBezTo>
                <a:cubicBezTo>
                  <a:pt x="4027552" y="5764186"/>
                  <a:pt x="3952575" y="5720186"/>
                  <a:pt x="3747121" y="5726890"/>
                </a:cubicBezTo>
                <a:cubicBezTo>
                  <a:pt x="3541667" y="5733594"/>
                  <a:pt x="3402641" y="5663066"/>
                  <a:pt x="3189168" y="5726890"/>
                </a:cubicBezTo>
                <a:cubicBezTo>
                  <a:pt x="2975695" y="5790714"/>
                  <a:pt x="2926137" y="5696084"/>
                  <a:pt x="2709328" y="5726890"/>
                </a:cubicBezTo>
                <a:cubicBezTo>
                  <a:pt x="2492519" y="5757696"/>
                  <a:pt x="2334451" y="5681650"/>
                  <a:pt x="2151375" y="5726890"/>
                </a:cubicBezTo>
                <a:cubicBezTo>
                  <a:pt x="1968299" y="5772130"/>
                  <a:pt x="1911359" y="5717124"/>
                  <a:pt x="1710592" y="5726890"/>
                </a:cubicBezTo>
                <a:cubicBezTo>
                  <a:pt x="1509825" y="5736656"/>
                  <a:pt x="1369500" y="5701580"/>
                  <a:pt x="1269809" y="5726890"/>
                </a:cubicBezTo>
                <a:cubicBezTo>
                  <a:pt x="1170118" y="5752200"/>
                  <a:pt x="517197" y="5631674"/>
                  <a:pt x="321288" y="5726890"/>
                </a:cubicBezTo>
                <a:cubicBezTo>
                  <a:pt x="150180" y="5729107"/>
                  <a:pt x="11700" y="5622455"/>
                  <a:pt x="0" y="5405602"/>
                </a:cubicBezTo>
                <a:cubicBezTo>
                  <a:pt x="-38125" y="5226657"/>
                  <a:pt x="27932" y="5131270"/>
                  <a:pt x="0" y="4993208"/>
                </a:cubicBezTo>
                <a:cubicBezTo>
                  <a:pt x="-27932" y="4855146"/>
                  <a:pt x="16883" y="4623439"/>
                  <a:pt x="0" y="4377441"/>
                </a:cubicBezTo>
                <a:cubicBezTo>
                  <a:pt x="-16883" y="4131443"/>
                  <a:pt x="42440" y="4136318"/>
                  <a:pt x="0" y="3965046"/>
                </a:cubicBezTo>
                <a:cubicBezTo>
                  <a:pt x="-42440" y="3793774"/>
                  <a:pt x="57868" y="3631763"/>
                  <a:pt x="0" y="3349279"/>
                </a:cubicBezTo>
                <a:cubicBezTo>
                  <a:pt x="-57868" y="3066795"/>
                  <a:pt x="19369" y="3005077"/>
                  <a:pt x="0" y="2886042"/>
                </a:cubicBezTo>
                <a:cubicBezTo>
                  <a:pt x="-19369" y="2767007"/>
                  <a:pt x="13028" y="2638503"/>
                  <a:pt x="0" y="2473648"/>
                </a:cubicBezTo>
                <a:cubicBezTo>
                  <a:pt x="-13028" y="2308793"/>
                  <a:pt x="1603" y="2147787"/>
                  <a:pt x="0" y="2010410"/>
                </a:cubicBezTo>
                <a:cubicBezTo>
                  <a:pt x="-1603" y="1873033"/>
                  <a:pt x="48149" y="1656347"/>
                  <a:pt x="0" y="1394643"/>
                </a:cubicBezTo>
                <a:cubicBezTo>
                  <a:pt x="-48149" y="1132939"/>
                  <a:pt x="12466" y="1025177"/>
                  <a:pt x="0" y="931406"/>
                </a:cubicBezTo>
                <a:cubicBezTo>
                  <a:pt x="-12466" y="837635"/>
                  <a:pt x="55342" y="473357"/>
                  <a:pt x="0" y="321288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792769B-AB4C-6952-978E-9A73B928B8AE}"/>
              </a:ext>
            </a:extLst>
          </p:cNvPr>
          <p:cNvSpPr/>
          <p:nvPr/>
        </p:nvSpPr>
        <p:spPr>
          <a:xfrm>
            <a:off x="183652" y="762401"/>
            <a:ext cx="6919145" cy="5726890"/>
          </a:xfrm>
          <a:custGeom>
            <a:avLst/>
            <a:gdLst>
              <a:gd name="csX0" fmla="*/ 0 w 6919145"/>
              <a:gd name="csY0" fmla="*/ 404548 h 5726890"/>
              <a:gd name="csX1" fmla="*/ 404548 w 6919145"/>
              <a:gd name="csY1" fmla="*/ 0 h 5726890"/>
              <a:gd name="csX2" fmla="*/ 1082208 w 6919145"/>
              <a:gd name="csY2" fmla="*/ 0 h 5726890"/>
              <a:gd name="csX3" fmla="*/ 1576566 w 6919145"/>
              <a:gd name="csY3" fmla="*/ 0 h 5726890"/>
              <a:gd name="csX4" fmla="*/ 2009825 w 6919145"/>
              <a:gd name="csY4" fmla="*/ 0 h 5726890"/>
              <a:gd name="csX5" fmla="*/ 2626384 w 6919145"/>
              <a:gd name="csY5" fmla="*/ 0 h 5726890"/>
              <a:gd name="csX6" fmla="*/ 3120743 w 6919145"/>
              <a:gd name="csY6" fmla="*/ 0 h 5726890"/>
              <a:gd name="csX7" fmla="*/ 3798402 w 6919145"/>
              <a:gd name="csY7" fmla="*/ 0 h 5726890"/>
              <a:gd name="csX8" fmla="*/ 4231661 w 6919145"/>
              <a:gd name="csY8" fmla="*/ 0 h 5726890"/>
              <a:gd name="csX9" fmla="*/ 4909320 w 6919145"/>
              <a:gd name="csY9" fmla="*/ 0 h 5726890"/>
              <a:gd name="csX10" fmla="*/ 5281478 w 6919145"/>
              <a:gd name="csY10" fmla="*/ 0 h 5726890"/>
              <a:gd name="csX11" fmla="*/ 5836937 w 6919145"/>
              <a:gd name="csY11" fmla="*/ 0 h 5726890"/>
              <a:gd name="csX12" fmla="*/ 6514597 w 6919145"/>
              <a:gd name="csY12" fmla="*/ 0 h 5726890"/>
              <a:gd name="csX13" fmla="*/ 6919145 w 6919145"/>
              <a:gd name="csY13" fmla="*/ 404548 h 5726890"/>
              <a:gd name="csX14" fmla="*/ 6919145 w 6919145"/>
              <a:gd name="csY14" fmla="*/ 950970 h 5726890"/>
              <a:gd name="csX15" fmla="*/ 6919145 w 6919145"/>
              <a:gd name="csY15" fmla="*/ 1399035 h 5726890"/>
              <a:gd name="csX16" fmla="*/ 6919145 w 6919145"/>
              <a:gd name="csY16" fmla="*/ 1945457 h 5726890"/>
              <a:gd name="csX17" fmla="*/ 6919145 w 6919145"/>
              <a:gd name="csY17" fmla="*/ 2590234 h 5726890"/>
              <a:gd name="csX18" fmla="*/ 6919145 w 6919145"/>
              <a:gd name="csY18" fmla="*/ 3136656 h 5726890"/>
              <a:gd name="csX19" fmla="*/ 6919145 w 6919145"/>
              <a:gd name="csY19" fmla="*/ 3535544 h 5726890"/>
              <a:gd name="csX20" fmla="*/ 6919145 w 6919145"/>
              <a:gd name="csY20" fmla="*/ 3983609 h 5726890"/>
              <a:gd name="csX21" fmla="*/ 6919145 w 6919145"/>
              <a:gd name="csY21" fmla="*/ 4628387 h 5726890"/>
              <a:gd name="csX22" fmla="*/ 6919145 w 6919145"/>
              <a:gd name="csY22" fmla="*/ 5322342 h 5726890"/>
              <a:gd name="csX23" fmla="*/ 6514597 w 6919145"/>
              <a:gd name="csY23" fmla="*/ 5726890 h 5726890"/>
              <a:gd name="csX24" fmla="*/ 5898038 w 6919145"/>
              <a:gd name="csY24" fmla="*/ 5726890 h 5726890"/>
              <a:gd name="csX25" fmla="*/ 5525880 w 6919145"/>
              <a:gd name="csY25" fmla="*/ 5726890 h 5726890"/>
              <a:gd name="csX26" fmla="*/ 4970421 w 6919145"/>
              <a:gd name="csY26" fmla="*/ 5726890 h 5726890"/>
              <a:gd name="csX27" fmla="*/ 4537163 w 6919145"/>
              <a:gd name="csY27" fmla="*/ 5726890 h 5726890"/>
              <a:gd name="csX28" fmla="*/ 3920603 w 6919145"/>
              <a:gd name="csY28" fmla="*/ 5726890 h 5726890"/>
              <a:gd name="csX29" fmla="*/ 3487345 w 6919145"/>
              <a:gd name="csY29" fmla="*/ 5726890 h 5726890"/>
              <a:gd name="csX30" fmla="*/ 2870786 w 6919145"/>
              <a:gd name="csY30" fmla="*/ 5726890 h 5726890"/>
              <a:gd name="csX31" fmla="*/ 2498628 w 6919145"/>
              <a:gd name="csY31" fmla="*/ 5726890 h 5726890"/>
              <a:gd name="csX32" fmla="*/ 1882069 w 6919145"/>
              <a:gd name="csY32" fmla="*/ 5726890 h 5726890"/>
              <a:gd name="csX33" fmla="*/ 1448811 w 6919145"/>
              <a:gd name="csY33" fmla="*/ 5726890 h 5726890"/>
              <a:gd name="csX34" fmla="*/ 1076653 w 6919145"/>
              <a:gd name="csY34" fmla="*/ 5726890 h 5726890"/>
              <a:gd name="csX35" fmla="*/ 404548 w 6919145"/>
              <a:gd name="csY35" fmla="*/ 5726890 h 5726890"/>
              <a:gd name="csX36" fmla="*/ 0 w 6919145"/>
              <a:gd name="csY36" fmla="*/ 5322342 h 5726890"/>
              <a:gd name="csX37" fmla="*/ 0 w 6919145"/>
              <a:gd name="csY37" fmla="*/ 4726743 h 5726890"/>
              <a:gd name="csX38" fmla="*/ 0 w 6919145"/>
              <a:gd name="csY38" fmla="*/ 4278677 h 5726890"/>
              <a:gd name="csX39" fmla="*/ 0 w 6919145"/>
              <a:gd name="csY39" fmla="*/ 3781433 h 5726890"/>
              <a:gd name="csX40" fmla="*/ 0 w 6919145"/>
              <a:gd name="csY40" fmla="*/ 3235012 h 5726890"/>
              <a:gd name="csX41" fmla="*/ 0 w 6919145"/>
              <a:gd name="csY41" fmla="*/ 2786946 h 5726890"/>
              <a:gd name="csX42" fmla="*/ 0 w 6919145"/>
              <a:gd name="csY42" fmla="*/ 2142169 h 5726890"/>
              <a:gd name="csX43" fmla="*/ 0 w 6919145"/>
              <a:gd name="csY43" fmla="*/ 1595747 h 5726890"/>
              <a:gd name="csX44" fmla="*/ 0 w 6919145"/>
              <a:gd name="csY44" fmla="*/ 950970 h 5726890"/>
              <a:gd name="csX45" fmla="*/ 0 w 6919145"/>
              <a:gd name="csY45" fmla="*/ 404548 h 57268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6919145" h="5726890" extrusionOk="0">
                <a:moveTo>
                  <a:pt x="0" y="404548"/>
                </a:moveTo>
                <a:cubicBezTo>
                  <a:pt x="-39206" y="156939"/>
                  <a:pt x="126491" y="20504"/>
                  <a:pt x="404548" y="0"/>
                </a:cubicBezTo>
                <a:cubicBezTo>
                  <a:pt x="702363" y="-22807"/>
                  <a:pt x="852521" y="56611"/>
                  <a:pt x="1082208" y="0"/>
                </a:cubicBezTo>
                <a:cubicBezTo>
                  <a:pt x="1311895" y="-56611"/>
                  <a:pt x="1362224" y="37826"/>
                  <a:pt x="1576566" y="0"/>
                </a:cubicBezTo>
                <a:cubicBezTo>
                  <a:pt x="1790908" y="-37826"/>
                  <a:pt x="1824755" y="7806"/>
                  <a:pt x="2009825" y="0"/>
                </a:cubicBezTo>
                <a:cubicBezTo>
                  <a:pt x="2194895" y="-7806"/>
                  <a:pt x="2488533" y="57954"/>
                  <a:pt x="2626384" y="0"/>
                </a:cubicBezTo>
                <a:cubicBezTo>
                  <a:pt x="2764235" y="-57954"/>
                  <a:pt x="2963325" y="18738"/>
                  <a:pt x="3120743" y="0"/>
                </a:cubicBezTo>
                <a:cubicBezTo>
                  <a:pt x="3278161" y="-18738"/>
                  <a:pt x="3481706" y="69736"/>
                  <a:pt x="3798402" y="0"/>
                </a:cubicBezTo>
                <a:cubicBezTo>
                  <a:pt x="4115098" y="-69736"/>
                  <a:pt x="4119354" y="49016"/>
                  <a:pt x="4231661" y="0"/>
                </a:cubicBezTo>
                <a:cubicBezTo>
                  <a:pt x="4343968" y="-49016"/>
                  <a:pt x="4732267" y="6723"/>
                  <a:pt x="4909320" y="0"/>
                </a:cubicBezTo>
                <a:cubicBezTo>
                  <a:pt x="5086373" y="-6723"/>
                  <a:pt x="5122654" y="27789"/>
                  <a:pt x="5281478" y="0"/>
                </a:cubicBezTo>
                <a:cubicBezTo>
                  <a:pt x="5440302" y="-27789"/>
                  <a:pt x="5646517" y="32216"/>
                  <a:pt x="5836937" y="0"/>
                </a:cubicBezTo>
                <a:cubicBezTo>
                  <a:pt x="6027357" y="-32216"/>
                  <a:pt x="6311893" y="60746"/>
                  <a:pt x="6514597" y="0"/>
                </a:cubicBezTo>
                <a:cubicBezTo>
                  <a:pt x="6778799" y="-40293"/>
                  <a:pt x="6971039" y="147660"/>
                  <a:pt x="6919145" y="404548"/>
                </a:cubicBezTo>
                <a:cubicBezTo>
                  <a:pt x="6959848" y="651673"/>
                  <a:pt x="6910623" y="757850"/>
                  <a:pt x="6919145" y="950970"/>
                </a:cubicBezTo>
                <a:cubicBezTo>
                  <a:pt x="6927667" y="1144090"/>
                  <a:pt x="6912935" y="1220910"/>
                  <a:pt x="6919145" y="1399035"/>
                </a:cubicBezTo>
                <a:cubicBezTo>
                  <a:pt x="6925355" y="1577160"/>
                  <a:pt x="6891499" y="1744718"/>
                  <a:pt x="6919145" y="1945457"/>
                </a:cubicBezTo>
                <a:cubicBezTo>
                  <a:pt x="6946791" y="2146196"/>
                  <a:pt x="6889326" y="2408025"/>
                  <a:pt x="6919145" y="2590234"/>
                </a:cubicBezTo>
                <a:cubicBezTo>
                  <a:pt x="6948964" y="2772443"/>
                  <a:pt x="6889160" y="2928349"/>
                  <a:pt x="6919145" y="3136656"/>
                </a:cubicBezTo>
                <a:cubicBezTo>
                  <a:pt x="6949130" y="3344963"/>
                  <a:pt x="6873618" y="3367419"/>
                  <a:pt x="6919145" y="3535544"/>
                </a:cubicBezTo>
                <a:cubicBezTo>
                  <a:pt x="6964672" y="3703669"/>
                  <a:pt x="6875007" y="3850614"/>
                  <a:pt x="6919145" y="3983609"/>
                </a:cubicBezTo>
                <a:cubicBezTo>
                  <a:pt x="6963283" y="4116605"/>
                  <a:pt x="6891519" y="4490280"/>
                  <a:pt x="6919145" y="4628387"/>
                </a:cubicBezTo>
                <a:cubicBezTo>
                  <a:pt x="6946771" y="4766494"/>
                  <a:pt x="6881837" y="5094174"/>
                  <a:pt x="6919145" y="5322342"/>
                </a:cubicBezTo>
                <a:cubicBezTo>
                  <a:pt x="6939839" y="5586742"/>
                  <a:pt x="6716150" y="5738424"/>
                  <a:pt x="6514597" y="5726890"/>
                </a:cubicBezTo>
                <a:cubicBezTo>
                  <a:pt x="6206389" y="5756742"/>
                  <a:pt x="6168130" y="5718672"/>
                  <a:pt x="5898038" y="5726890"/>
                </a:cubicBezTo>
                <a:cubicBezTo>
                  <a:pt x="5627946" y="5735108"/>
                  <a:pt x="5643130" y="5716035"/>
                  <a:pt x="5525880" y="5726890"/>
                </a:cubicBezTo>
                <a:cubicBezTo>
                  <a:pt x="5408630" y="5737745"/>
                  <a:pt x="5102687" y="5688809"/>
                  <a:pt x="4970421" y="5726890"/>
                </a:cubicBezTo>
                <a:cubicBezTo>
                  <a:pt x="4838155" y="5764971"/>
                  <a:pt x="4652850" y="5692748"/>
                  <a:pt x="4537163" y="5726890"/>
                </a:cubicBezTo>
                <a:cubicBezTo>
                  <a:pt x="4421476" y="5761032"/>
                  <a:pt x="4178877" y="5668217"/>
                  <a:pt x="3920603" y="5726890"/>
                </a:cubicBezTo>
                <a:cubicBezTo>
                  <a:pt x="3662329" y="5785563"/>
                  <a:pt x="3591924" y="5710326"/>
                  <a:pt x="3487345" y="5726890"/>
                </a:cubicBezTo>
                <a:cubicBezTo>
                  <a:pt x="3382766" y="5743454"/>
                  <a:pt x="3176586" y="5672486"/>
                  <a:pt x="2870786" y="5726890"/>
                </a:cubicBezTo>
                <a:cubicBezTo>
                  <a:pt x="2564986" y="5781294"/>
                  <a:pt x="2602830" y="5692417"/>
                  <a:pt x="2498628" y="5726890"/>
                </a:cubicBezTo>
                <a:cubicBezTo>
                  <a:pt x="2394426" y="5761363"/>
                  <a:pt x="2178863" y="5661491"/>
                  <a:pt x="1882069" y="5726890"/>
                </a:cubicBezTo>
                <a:cubicBezTo>
                  <a:pt x="1585275" y="5792289"/>
                  <a:pt x="1582454" y="5681511"/>
                  <a:pt x="1448811" y="5726890"/>
                </a:cubicBezTo>
                <a:cubicBezTo>
                  <a:pt x="1315168" y="5772269"/>
                  <a:pt x="1174633" y="5714588"/>
                  <a:pt x="1076653" y="5726890"/>
                </a:cubicBezTo>
                <a:cubicBezTo>
                  <a:pt x="978673" y="5739192"/>
                  <a:pt x="666317" y="5690772"/>
                  <a:pt x="404548" y="5726890"/>
                </a:cubicBezTo>
                <a:cubicBezTo>
                  <a:pt x="167265" y="5778743"/>
                  <a:pt x="56889" y="5562085"/>
                  <a:pt x="0" y="5322342"/>
                </a:cubicBezTo>
                <a:cubicBezTo>
                  <a:pt x="-18478" y="5140902"/>
                  <a:pt x="3475" y="4992676"/>
                  <a:pt x="0" y="4726743"/>
                </a:cubicBezTo>
                <a:cubicBezTo>
                  <a:pt x="-3475" y="4460810"/>
                  <a:pt x="25942" y="4490984"/>
                  <a:pt x="0" y="4278677"/>
                </a:cubicBezTo>
                <a:cubicBezTo>
                  <a:pt x="-25942" y="4066370"/>
                  <a:pt x="4732" y="3909752"/>
                  <a:pt x="0" y="3781433"/>
                </a:cubicBezTo>
                <a:cubicBezTo>
                  <a:pt x="-4732" y="3653114"/>
                  <a:pt x="37244" y="3409407"/>
                  <a:pt x="0" y="3235012"/>
                </a:cubicBezTo>
                <a:cubicBezTo>
                  <a:pt x="-37244" y="3060617"/>
                  <a:pt x="29364" y="2892946"/>
                  <a:pt x="0" y="2786946"/>
                </a:cubicBezTo>
                <a:cubicBezTo>
                  <a:pt x="-29364" y="2680946"/>
                  <a:pt x="68611" y="2331280"/>
                  <a:pt x="0" y="2142169"/>
                </a:cubicBezTo>
                <a:cubicBezTo>
                  <a:pt x="-68611" y="1953058"/>
                  <a:pt x="48090" y="1856259"/>
                  <a:pt x="0" y="1595747"/>
                </a:cubicBezTo>
                <a:cubicBezTo>
                  <a:pt x="-48090" y="1335235"/>
                  <a:pt x="3387" y="1212479"/>
                  <a:pt x="0" y="950970"/>
                </a:cubicBezTo>
                <a:cubicBezTo>
                  <a:pt x="-3387" y="689461"/>
                  <a:pt x="16607" y="651906"/>
                  <a:pt x="0" y="404548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A7508-4B85-EDA0-FBA8-78B38B245B81}"/>
              </a:ext>
            </a:extLst>
          </p:cNvPr>
          <p:cNvSpPr/>
          <p:nvPr/>
        </p:nvSpPr>
        <p:spPr>
          <a:xfrm>
            <a:off x="2898514" y="3666123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Work-Registry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(Vol. 12)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4B1666-7C62-383B-B97F-5D6B1393D399}"/>
              </a:ext>
            </a:extLst>
          </p:cNvPr>
          <p:cNvSpPr/>
          <p:nvPr/>
        </p:nvSpPr>
        <p:spPr>
          <a:xfrm>
            <a:off x="4564775" y="3674041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 -Registry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(Vol. 12)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A4B288-A1EE-4EFD-52DE-61BC64E0D0EC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3631611" y="3230918"/>
            <a:ext cx="4284" cy="4352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FC66803-F24E-3D3C-D226-BF113ED8A023}"/>
              </a:ext>
            </a:extLst>
          </p:cNvPr>
          <p:cNvCxnSpPr>
            <a:cxnSpLocks/>
            <a:stCxn id="14" idx="0"/>
            <a:endCxn id="5" idx="2"/>
          </p:cNvCxnSpPr>
          <p:nvPr/>
        </p:nvCxnSpPr>
        <p:spPr>
          <a:xfrm flipH="1" flipV="1">
            <a:off x="3635895" y="3230918"/>
            <a:ext cx="1661977" cy="44312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BF9A67F-E3EB-D3BD-1A5E-8788847696DA}"/>
              </a:ext>
            </a:extLst>
          </p:cNvPr>
          <p:cNvSpPr/>
          <p:nvPr/>
        </p:nvSpPr>
        <p:spPr>
          <a:xfrm>
            <a:off x="1249388" y="3684861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Person-Registry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(Vol. 11)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BBCACEE-0433-84C3-D68B-5F54C5EBE86A}"/>
              </a:ext>
            </a:extLst>
          </p:cNvPr>
          <p:cNvSpPr/>
          <p:nvPr/>
        </p:nvSpPr>
        <p:spPr>
          <a:xfrm>
            <a:off x="6592267" y="2422726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References-In-Diary-Page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906BCBC-B102-9B67-472D-2F8D73D5A9EF}"/>
              </a:ext>
            </a:extLst>
          </p:cNvPr>
          <p:cNvCxnSpPr>
            <a:cxnSpLocks/>
            <a:stCxn id="5" idx="3"/>
            <a:endCxn id="146" idx="2"/>
          </p:cNvCxnSpPr>
          <p:nvPr/>
        </p:nvCxnSpPr>
        <p:spPr>
          <a:xfrm flipV="1">
            <a:off x="4368991" y="2822029"/>
            <a:ext cx="2080587" cy="1613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6CBF44EF-7C56-D331-0810-50EFAB4ED342}"/>
              </a:ext>
            </a:extLst>
          </p:cNvPr>
          <p:cNvSpPr/>
          <p:nvPr/>
        </p:nvSpPr>
        <p:spPr>
          <a:xfrm>
            <a:off x="6594610" y="5134026"/>
            <a:ext cx="1466193" cy="814552"/>
          </a:xfrm>
          <a:custGeom>
            <a:avLst/>
            <a:gdLst>
              <a:gd name="csX0" fmla="*/ 0 w 1466193"/>
              <a:gd name="csY0" fmla="*/ 0 h 814552"/>
              <a:gd name="csX1" fmla="*/ 474069 w 1466193"/>
              <a:gd name="csY1" fmla="*/ 0 h 814552"/>
              <a:gd name="csX2" fmla="*/ 962800 w 1466193"/>
              <a:gd name="csY2" fmla="*/ 0 h 814552"/>
              <a:gd name="csX3" fmla="*/ 1466193 w 1466193"/>
              <a:gd name="csY3" fmla="*/ 0 h 814552"/>
              <a:gd name="csX4" fmla="*/ 1466193 w 1466193"/>
              <a:gd name="csY4" fmla="*/ 407276 h 814552"/>
              <a:gd name="csX5" fmla="*/ 1466193 w 1466193"/>
              <a:gd name="csY5" fmla="*/ 814552 h 814552"/>
              <a:gd name="csX6" fmla="*/ 977462 w 1466193"/>
              <a:gd name="csY6" fmla="*/ 814552 h 814552"/>
              <a:gd name="csX7" fmla="*/ 518055 w 1466193"/>
              <a:gd name="csY7" fmla="*/ 814552 h 814552"/>
              <a:gd name="csX8" fmla="*/ 0 w 1466193"/>
              <a:gd name="csY8" fmla="*/ 814552 h 814552"/>
              <a:gd name="csX9" fmla="*/ 0 w 1466193"/>
              <a:gd name="csY9" fmla="*/ 415422 h 814552"/>
              <a:gd name="csX10" fmla="*/ 0 w 1466193"/>
              <a:gd name="csY10" fmla="*/ 0 h 814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66193" h="814552" fill="none" extrusionOk="0">
                <a:moveTo>
                  <a:pt x="0" y="0"/>
                </a:moveTo>
                <a:cubicBezTo>
                  <a:pt x="173524" y="-8028"/>
                  <a:pt x="364955" y="35966"/>
                  <a:pt x="474069" y="0"/>
                </a:cubicBezTo>
                <a:cubicBezTo>
                  <a:pt x="583183" y="-35966"/>
                  <a:pt x="751506" y="43804"/>
                  <a:pt x="962800" y="0"/>
                </a:cubicBezTo>
                <a:cubicBezTo>
                  <a:pt x="1174094" y="-43804"/>
                  <a:pt x="1237060" y="24544"/>
                  <a:pt x="1466193" y="0"/>
                </a:cubicBezTo>
                <a:cubicBezTo>
                  <a:pt x="1504420" y="119633"/>
                  <a:pt x="1452435" y="224431"/>
                  <a:pt x="1466193" y="407276"/>
                </a:cubicBezTo>
                <a:cubicBezTo>
                  <a:pt x="1479951" y="590121"/>
                  <a:pt x="1431560" y="648246"/>
                  <a:pt x="1466193" y="814552"/>
                </a:cubicBezTo>
                <a:cubicBezTo>
                  <a:pt x="1357701" y="826290"/>
                  <a:pt x="1202814" y="766663"/>
                  <a:pt x="977462" y="814552"/>
                </a:cubicBezTo>
                <a:cubicBezTo>
                  <a:pt x="752110" y="862441"/>
                  <a:pt x="670207" y="803018"/>
                  <a:pt x="518055" y="814552"/>
                </a:cubicBezTo>
                <a:cubicBezTo>
                  <a:pt x="365903" y="826086"/>
                  <a:pt x="137490" y="753295"/>
                  <a:pt x="0" y="814552"/>
                </a:cubicBezTo>
                <a:cubicBezTo>
                  <a:pt x="-19584" y="701059"/>
                  <a:pt x="42907" y="576600"/>
                  <a:pt x="0" y="415422"/>
                </a:cubicBezTo>
                <a:cubicBezTo>
                  <a:pt x="-42907" y="254244"/>
                  <a:pt x="20251" y="134352"/>
                  <a:pt x="0" y="0"/>
                </a:cubicBezTo>
                <a:close/>
              </a:path>
              <a:path w="1466193" h="814552" stroke="0" extrusionOk="0">
                <a:moveTo>
                  <a:pt x="0" y="0"/>
                </a:moveTo>
                <a:cubicBezTo>
                  <a:pt x="132485" y="-55428"/>
                  <a:pt x="242322" y="7829"/>
                  <a:pt x="474069" y="0"/>
                </a:cubicBezTo>
                <a:cubicBezTo>
                  <a:pt x="705816" y="-7829"/>
                  <a:pt x="706230" y="47850"/>
                  <a:pt x="918814" y="0"/>
                </a:cubicBezTo>
                <a:cubicBezTo>
                  <a:pt x="1131399" y="-47850"/>
                  <a:pt x="1262685" y="6387"/>
                  <a:pt x="1466193" y="0"/>
                </a:cubicBezTo>
                <a:cubicBezTo>
                  <a:pt x="1504994" y="80227"/>
                  <a:pt x="1462343" y="318885"/>
                  <a:pt x="1466193" y="399130"/>
                </a:cubicBezTo>
                <a:cubicBezTo>
                  <a:pt x="1470043" y="479375"/>
                  <a:pt x="1456361" y="629056"/>
                  <a:pt x="1466193" y="814552"/>
                </a:cubicBezTo>
                <a:cubicBezTo>
                  <a:pt x="1322997" y="826391"/>
                  <a:pt x="1127015" y="795120"/>
                  <a:pt x="1006786" y="814552"/>
                </a:cubicBezTo>
                <a:cubicBezTo>
                  <a:pt x="886557" y="833984"/>
                  <a:pt x="711088" y="776756"/>
                  <a:pt x="547379" y="814552"/>
                </a:cubicBezTo>
                <a:cubicBezTo>
                  <a:pt x="383670" y="852348"/>
                  <a:pt x="163768" y="804477"/>
                  <a:pt x="0" y="814552"/>
                </a:cubicBezTo>
                <a:cubicBezTo>
                  <a:pt x="-32565" y="659571"/>
                  <a:pt x="24449" y="591407"/>
                  <a:pt x="0" y="431713"/>
                </a:cubicBezTo>
                <a:cubicBezTo>
                  <a:pt x="-24449" y="272019"/>
                  <a:pt x="36461" y="127556"/>
                  <a:pt x="0" y="0"/>
                </a:cubicBezTo>
                <a:close/>
              </a:path>
            </a:pathLst>
          </a:custGeom>
          <a:solidFill>
            <a:schemeClr val="lt1">
              <a:alpha val="91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Gregorian-Calendar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(1800)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E59C6535-63D6-4627-BEA8-838FC4A9D8DC}"/>
              </a:ext>
            </a:extLst>
          </p:cNvPr>
          <p:cNvCxnSpPr>
            <a:cxnSpLocks/>
            <a:stCxn id="124" idx="4"/>
            <a:endCxn id="123" idx="4"/>
          </p:cNvCxnSpPr>
          <p:nvPr/>
        </p:nvCxnSpPr>
        <p:spPr>
          <a:xfrm rot="16200000" flipH="1">
            <a:off x="3663894" y="2390262"/>
            <a:ext cx="1504382" cy="5906292"/>
          </a:xfrm>
          <a:prstGeom prst="bentConnector3">
            <a:avLst>
              <a:gd name="adj1" fmla="val 115196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52CE40-44F4-6E11-38C8-531414FB17DA}"/>
              </a:ext>
            </a:extLst>
          </p:cNvPr>
          <p:cNvCxnSpPr>
            <a:cxnSpLocks/>
            <a:stCxn id="61" idx="0"/>
            <a:endCxn id="5" idx="2"/>
          </p:cNvCxnSpPr>
          <p:nvPr/>
        </p:nvCxnSpPr>
        <p:spPr>
          <a:xfrm flipV="1">
            <a:off x="1982485" y="3230918"/>
            <a:ext cx="1653410" cy="45394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610D09FB-C812-04C4-56C7-3D1B0FDA775B}"/>
              </a:ext>
            </a:extLst>
          </p:cNvPr>
          <p:cNvSpPr/>
          <p:nvPr/>
        </p:nvSpPr>
        <p:spPr>
          <a:xfrm>
            <a:off x="686245" y="2424609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Registry-Reference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(see-/also)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41DE26F-3AEB-ED27-6F51-9569F55E3033}"/>
              </a:ext>
            </a:extLst>
          </p:cNvPr>
          <p:cNvCxnSpPr>
            <a:cxnSpLocks/>
            <a:stCxn id="153" idx="0"/>
            <a:endCxn id="90" idx="0"/>
          </p:cNvCxnSpPr>
          <p:nvPr/>
        </p:nvCxnSpPr>
        <p:spPr>
          <a:xfrm rot="16200000" flipH="1">
            <a:off x="2279642" y="1463824"/>
            <a:ext cx="65750" cy="1786353"/>
          </a:xfrm>
          <a:prstGeom prst="bentConnector3">
            <a:avLst>
              <a:gd name="adj1" fmla="val -34768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9FC3016-DEDC-FDA4-B38C-571DD3309A4C}"/>
              </a:ext>
            </a:extLst>
          </p:cNvPr>
          <p:cNvGrpSpPr/>
          <p:nvPr/>
        </p:nvGrpSpPr>
        <p:grpSpPr>
          <a:xfrm>
            <a:off x="2902798" y="2389875"/>
            <a:ext cx="1466193" cy="841043"/>
            <a:chOff x="3479933" y="1075240"/>
            <a:chExt cx="1466193" cy="8410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D75D8B-8576-B10A-7FBD-741B0453C83C}"/>
                </a:ext>
              </a:extLst>
            </p:cNvPr>
            <p:cNvSpPr/>
            <p:nvPr/>
          </p:nvSpPr>
          <p:spPr>
            <a:xfrm>
              <a:off x="3479933" y="1101731"/>
              <a:ext cx="1466193" cy="814552"/>
            </a:xfrm>
            <a:prstGeom prst="rect">
              <a:avLst/>
            </a:prstGeom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Registry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(Vol. 11-12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91B83104-2882-009C-B822-B103E0D4D1AA}"/>
                </a:ext>
              </a:extLst>
            </p:cNvPr>
            <p:cNvSpPr/>
            <p:nvPr/>
          </p:nvSpPr>
          <p:spPr>
            <a:xfrm>
              <a:off x="3759969" y="1075240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4C98122-7279-A30E-0465-549B13793F11}"/>
              </a:ext>
            </a:extLst>
          </p:cNvPr>
          <p:cNvCxnSpPr>
            <a:cxnSpLocks/>
            <a:stCxn id="154" idx="6"/>
            <a:endCxn id="5" idx="1"/>
          </p:cNvCxnSpPr>
          <p:nvPr/>
        </p:nvCxnSpPr>
        <p:spPr>
          <a:xfrm>
            <a:off x="2239197" y="2822030"/>
            <a:ext cx="663601" cy="1612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69DA4C82-9704-8B6A-3C2E-9F2AD00B7A9B}"/>
              </a:ext>
            </a:extLst>
          </p:cNvPr>
          <p:cNvSpPr/>
          <p:nvPr/>
        </p:nvSpPr>
        <p:spPr>
          <a:xfrm>
            <a:off x="7272774" y="5911990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846616B1-0F05-9B7F-5CFF-42615896CD96}"/>
              </a:ext>
            </a:extLst>
          </p:cNvPr>
          <p:cNvSpPr/>
          <p:nvPr/>
        </p:nvSpPr>
        <p:spPr>
          <a:xfrm>
            <a:off x="1366482" y="440760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371FBB2-309F-E65D-0FE9-0C93E951631B}"/>
              </a:ext>
            </a:extLst>
          </p:cNvPr>
          <p:cNvSpPr/>
          <p:nvPr/>
        </p:nvSpPr>
        <p:spPr>
          <a:xfrm>
            <a:off x="6449578" y="2730224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751E4D5-2545-F9C8-2078-4B228AA5D64C}"/>
              </a:ext>
            </a:extLst>
          </p:cNvPr>
          <p:cNvSpPr/>
          <p:nvPr/>
        </p:nvSpPr>
        <p:spPr>
          <a:xfrm>
            <a:off x="4323876" y="273022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86A170B9-5E25-A095-06EE-0E624C8B6671}"/>
              </a:ext>
            </a:extLst>
          </p:cNvPr>
          <p:cNvSpPr/>
          <p:nvPr/>
        </p:nvSpPr>
        <p:spPr>
          <a:xfrm>
            <a:off x="3097807" y="227114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05A4F879-B1E9-5AB4-BBB7-0D49B2D29313}"/>
              </a:ext>
            </a:extLst>
          </p:cNvPr>
          <p:cNvSpPr/>
          <p:nvPr/>
        </p:nvSpPr>
        <p:spPr>
          <a:xfrm>
            <a:off x="2816039" y="274146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2C57D38-EDB2-3D81-49D6-C27ED65800D2}"/>
              </a:ext>
            </a:extLst>
          </p:cNvPr>
          <p:cNvSpPr/>
          <p:nvPr/>
        </p:nvSpPr>
        <p:spPr>
          <a:xfrm>
            <a:off x="1322884" y="232412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CD7FF3A4-0B85-78E6-0CE8-62E80E1B4DB1}"/>
              </a:ext>
            </a:extLst>
          </p:cNvPr>
          <p:cNvSpPr/>
          <p:nvPr/>
        </p:nvSpPr>
        <p:spPr>
          <a:xfrm>
            <a:off x="2046284" y="273022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85B5C5-1B34-2090-6FBD-0E1639D2807B}"/>
              </a:ext>
            </a:extLst>
          </p:cNvPr>
          <p:cNvSpPr/>
          <p:nvPr/>
        </p:nvSpPr>
        <p:spPr>
          <a:xfrm>
            <a:off x="408792" y="1023139"/>
            <a:ext cx="1864696" cy="814553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Derived Attributes from Title/Description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json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32DE467-8F77-997E-173E-928D6B4FC2D6}"/>
              </a:ext>
            </a:extLst>
          </p:cNvPr>
          <p:cNvCxnSpPr>
            <a:cxnSpLocks/>
            <a:stCxn id="46" idx="0"/>
            <a:endCxn id="42" idx="6"/>
          </p:cNvCxnSpPr>
          <p:nvPr/>
        </p:nvCxnSpPr>
        <p:spPr>
          <a:xfrm rot="16200000" flipV="1">
            <a:off x="2592664" y="1243896"/>
            <a:ext cx="847452" cy="1207041"/>
          </a:xfrm>
          <a:prstGeom prst="bentConnector2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CC42CB3B-453F-9299-2DD0-8075D0FBF60A}"/>
              </a:ext>
            </a:extLst>
          </p:cNvPr>
          <p:cNvSpPr/>
          <p:nvPr/>
        </p:nvSpPr>
        <p:spPr>
          <a:xfrm>
            <a:off x="2219956" y="1331886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05743B9-AA69-ECB8-48DA-CDBDDE2A22D7}"/>
              </a:ext>
            </a:extLst>
          </p:cNvPr>
          <p:cNvSpPr/>
          <p:nvPr/>
        </p:nvSpPr>
        <p:spPr>
          <a:xfrm>
            <a:off x="3523453" y="227114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975E92-1BEC-3C63-A641-802881A91AFE}"/>
              </a:ext>
            </a:extLst>
          </p:cNvPr>
          <p:cNvSpPr txBox="1"/>
          <p:nvPr/>
        </p:nvSpPr>
        <p:spPr>
          <a:xfrm>
            <a:off x="3146499" y="3299544"/>
            <a:ext cx="840295" cy="27699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Subtypes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D208D27-8372-B501-AC36-FBC9ED87A4BC}"/>
              </a:ext>
            </a:extLst>
          </p:cNvPr>
          <p:cNvCxnSpPr>
            <a:cxnSpLocks/>
            <a:stCxn id="30" idx="6"/>
            <a:endCxn id="35" idx="2"/>
          </p:cNvCxnSpPr>
          <p:nvPr/>
        </p:nvCxnSpPr>
        <p:spPr>
          <a:xfrm>
            <a:off x="8129435" y="2801488"/>
            <a:ext cx="370829" cy="32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0A51AAC-6673-E4E9-A6A1-325DE44A3F40}"/>
              </a:ext>
            </a:extLst>
          </p:cNvPr>
          <p:cNvSpPr/>
          <p:nvPr/>
        </p:nvSpPr>
        <p:spPr>
          <a:xfrm>
            <a:off x="6592267" y="1124614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References-In-Diary-Section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661B66-CBA6-C037-C8CC-17FACF677CC0}"/>
              </a:ext>
            </a:extLst>
          </p:cNvPr>
          <p:cNvGrpSpPr/>
          <p:nvPr/>
        </p:nvGrpSpPr>
        <p:grpSpPr>
          <a:xfrm>
            <a:off x="8624452" y="2374212"/>
            <a:ext cx="1466193" cy="837412"/>
            <a:chOff x="10017240" y="4696905"/>
            <a:chExt cx="1466193" cy="8374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058CD7-0F70-07D4-4DF5-062E1A1B4F05}"/>
                </a:ext>
              </a:extLst>
            </p:cNvPr>
            <p:cNvSpPr/>
            <p:nvPr/>
          </p:nvSpPr>
          <p:spPr>
            <a:xfrm>
              <a:off x="10017240" y="4719765"/>
              <a:ext cx="1466193" cy="814552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Diary-Section-Text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D1AED54-85CA-0459-8168-45486B18BF27}"/>
                </a:ext>
              </a:extLst>
            </p:cNvPr>
            <p:cNvSpPr/>
            <p:nvPr/>
          </p:nvSpPr>
          <p:spPr>
            <a:xfrm>
              <a:off x="10238359" y="4696905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9908D0C-CDBC-1F1F-92BF-B4B958E23F6B}"/>
              </a:ext>
            </a:extLst>
          </p:cNvPr>
          <p:cNvCxnSpPr>
            <a:cxnSpLocks/>
            <a:stCxn id="32" idx="6"/>
            <a:endCxn id="36" idx="0"/>
          </p:cNvCxnSpPr>
          <p:nvPr/>
        </p:nvCxnSpPr>
        <p:spPr>
          <a:xfrm>
            <a:off x="8129435" y="1573908"/>
            <a:ext cx="1217718" cy="716682"/>
          </a:xfrm>
          <a:prstGeom prst="bentConnector2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B131785-AF16-62D0-CBCF-46AA091AD7C6}"/>
              </a:ext>
            </a:extLst>
          </p:cNvPr>
          <p:cNvSpPr/>
          <p:nvPr/>
        </p:nvSpPr>
        <p:spPr>
          <a:xfrm>
            <a:off x="10475248" y="2395948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Diary-Section-Text-Foot-Notes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C393AA9-A66B-2E69-0AFB-0AB341C27503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 flipV="1">
            <a:off x="10090645" y="2803224"/>
            <a:ext cx="384603" cy="1124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200C4FC-4A62-4B60-D11C-4608F4142CB3}"/>
              </a:ext>
            </a:extLst>
          </p:cNvPr>
          <p:cNvSpPr/>
          <p:nvPr/>
        </p:nvSpPr>
        <p:spPr>
          <a:xfrm>
            <a:off x="10344086" y="3784761"/>
            <a:ext cx="1646641" cy="814552"/>
          </a:xfrm>
          <a:prstGeom prst="rect">
            <a:avLst/>
          </a:prstGeom>
          <a:solidFill>
            <a:schemeClr val="lt1">
              <a:alpha val="91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Date-Derived-From-Page-Diary-Section-Text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A10591B-8A3E-21B7-69FA-2AF613480899}"/>
              </a:ext>
            </a:extLst>
          </p:cNvPr>
          <p:cNvCxnSpPr>
            <a:cxnSpLocks/>
            <a:stCxn id="27" idx="4"/>
            <a:endCxn id="26" idx="0"/>
          </p:cNvCxnSpPr>
          <p:nvPr/>
        </p:nvCxnSpPr>
        <p:spPr>
          <a:xfrm rot="16200000" flipH="1">
            <a:off x="10303163" y="2802690"/>
            <a:ext cx="394982" cy="136935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2438169-BBC2-39D7-CC46-01BABF515E6F}"/>
              </a:ext>
            </a:extLst>
          </p:cNvPr>
          <p:cNvSpPr/>
          <p:nvPr/>
        </p:nvSpPr>
        <p:spPr>
          <a:xfrm>
            <a:off x="11168803" y="4580257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5729379-A779-4DC4-C2EA-473CAA7D5F7D}"/>
              </a:ext>
            </a:extLst>
          </p:cNvPr>
          <p:cNvSpPr/>
          <p:nvPr/>
        </p:nvSpPr>
        <p:spPr>
          <a:xfrm>
            <a:off x="11088877" y="3684861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B4B0E2-4C50-9E4A-B4D9-5EB1E488420F}"/>
              </a:ext>
            </a:extLst>
          </p:cNvPr>
          <p:cNvSpPr/>
          <p:nvPr/>
        </p:nvSpPr>
        <p:spPr>
          <a:xfrm>
            <a:off x="9719518" y="3106270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951064F-59FC-0496-6D12-B6DD5293AE36}"/>
              </a:ext>
            </a:extLst>
          </p:cNvPr>
          <p:cNvSpPr/>
          <p:nvPr/>
        </p:nvSpPr>
        <p:spPr>
          <a:xfrm>
            <a:off x="10378791" y="270968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466F51-856A-AF7B-E952-11F58351B081}"/>
              </a:ext>
            </a:extLst>
          </p:cNvPr>
          <p:cNvSpPr/>
          <p:nvPr/>
        </p:nvSpPr>
        <p:spPr>
          <a:xfrm>
            <a:off x="9972464" y="270968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B061B48-3328-2DC3-7641-508863F0EEDE}"/>
              </a:ext>
            </a:extLst>
          </p:cNvPr>
          <p:cNvSpPr/>
          <p:nvPr/>
        </p:nvSpPr>
        <p:spPr>
          <a:xfrm>
            <a:off x="7936522" y="270968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AA78E62-2519-C54D-96E0-7796ABB02104}"/>
              </a:ext>
            </a:extLst>
          </p:cNvPr>
          <p:cNvSpPr/>
          <p:nvPr/>
        </p:nvSpPr>
        <p:spPr>
          <a:xfrm>
            <a:off x="7936522" y="148210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88FF2C4-554B-56EE-10D5-37D0E09848D5}"/>
              </a:ext>
            </a:extLst>
          </p:cNvPr>
          <p:cNvSpPr/>
          <p:nvPr/>
        </p:nvSpPr>
        <p:spPr>
          <a:xfrm>
            <a:off x="8500264" y="270971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DEFDB94-BDE1-E7D7-9989-82FC6CB61960}"/>
              </a:ext>
            </a:extLst>
          </p:cNvPr>
          <p:cNvSpPr/>
          <p:nvPr/>
        </p:nvSpPr>
        <p:spPr>
          <a:xfrm>
            <a:off x="9250696" y="2290590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3D157E6-ED96-E02A-8E27-FA5BC90FC78F}"/>
              </a:ext>
            </a:extLst>
          </p:cNvPr>
          <p:cNvCxnSpPr>
            <a:cxnSpLocks/>
            <a:stCxn id="50" idx="4"/>
            <a:endCxn id="53" idx="2"/>
          </p:cNvCxnSpPr>
          <p:nvPr/>
        </p:nvCxnSpPr>
        <p:spPr>
          <a:xfrm rot="16200000" flipH="1">
            <a:off x="4605081" y="3908262"/>
            <a:ext cx="1244144" cy="2537313"/>
          </a:xfrm>
          <a:prstGeom prst="bentConnector2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0E3DD54-645A-08D1-75F8-8CA530502E1B}"/>
              </a:ext>
            </a:extLst>
          </p:cNvPr>
          <p:cNvSpPr/>
          <p:nvPr/>
        </p:nvSpPr>
        <p:spPr>
          <a:xfrm>
            <a:off x="3862040" y="437123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9BF269A-DC05-ED34-C9E4-606577DEBA2B}"/>
              </a:ext>
            </a:extLst>
          </p:cNvPr>
          <p:cNvSpPr/>
          <p:nvPr/>
        </p:nvSpPr>
        <p:spPr>
          <a:xfrm>
            <a:off x="6495810" y="5707186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5A4222D-B936-06EB-4A05-4CFC9B6A0FA7}"/>
              </a:ext>
            </a:extLst>
          </p:cNvPr>
          <p:cNvCxnSpPr>
            <a:cxnSpLocks/>
            <a:stCxn id="58" idx="4"/>
            <a:endCxn id="62" idx="2"/>
          </p:cNvCxnSpPr>
          <p:nvPr/>
        </p:nvCxnSpPr>
        <p:spPr>
          <a:xfrm rot="16200000" flipH="1">
            <a:off x="5506535" y="4325292"/>
            <a:ext cx="710988" cy="1230997"/>
          </a:xfrm>
          <a:prstGeom prst="bentConnector2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A1FBA14F-6876-5124-4474-C65AB4D1AB5D}"/>
              </a:ext>
            </a:extLst>
          </p:cNvPr>
          <p:cNvSpPr/>
          <p:nvPr/>
        </p:nvSpPr>
        <p:spPr>
          <a:xfrm>
            <a:off x="5150074" y="440168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C5362A3-D09F-30FD-605E-533742082AB9}"/>
              </a:ext>
            </a:extLst>
          </p:cNvPr>
          <p:cNvSpPr/>
          <p:nvPr/>
        </p:nvSpPr>
        <p:spPr>
          <a:xfrm>
            <a:off x="6477528" y="5204480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04F9C7-D0B6-3C67-9365-D9C0537709C3}"/>
              </a:ext>
            </a:extLst>
          </p:cNvPr>
          <p:cNvSpPr txBox="1"/>
          <p:nvPr/>
        </p:nvSpPr>
        <p:spPr>
          <a:xfrm>
            <a:off x="1123281" y="5633934"/>
            <a:ext cx="1189236" cy="4616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birthyear/Date: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deathYearDate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7533BE-8047-EA5F-B43D-79E90C3C37D6}"/>
              </a:ext>
            </a:extLst>
          </p:cNvPr>
          <p:cNvSpPr txBox="1"/>
          <p:nvPr/>
        </p:nvSpPr>
        <p:spPr>
          <a:xfrm>
            <a:off x="4857785" y="4845422"/>
            <a:ext cx="837537" cy="27699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eventYear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47CDDD-6FAE-2E61-3560-EFE741A1E801}"/>
              </a:ext>
            </a:extLst>
          </p:cNvPr>
          <p:cNvSpPr txBox="1"/>
          <p:nvPr/>
        </p:nvSpPr>
        <p:spPr>
          <a:xfrm>
            <a:off x="3824910" y="5568159"/>
            <a:ext cx="1625573" cy="4616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compositionYearDate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publicationYearDate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CD37ED2-BFFB-CF02-A45F-3315FFD07A04}"/>
              </a:ext>
            </a:extLst>
          </p:cNvPr>
          <p:cNvSpPr/>
          <p:nvPr/>
        </p:nvSpPr>
        <p:spPr>
          <a:xfrm>
            <a:off x="3920416" y="2278660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09B5BBC-0065-7BFB-D5D8-0DE2982E45F3}"/>
              </a:ext>
            </a:extLst>
          </p:cNvPr>
          <p:cNvSpPr/>
          <p:nvPr/>
        </p:nvSpPr>
        <p:spPr>
          <a:xfrm>
            <a:off x="6428975" y="151549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DA75029E-0E8F-8247-BD76-D99592F22D50}"/>
              </a:ext>
            </a:extLst>
          </p:cNvPr>
          <p:cNvCxnSpPr>
            <a:cxnSpLocks/>
            <a:stCxn id="81" idx="0"/>
            <a:endCxn id="87" idx="2"/>
          </p:cNvCxnSpPr>
          <p:nvPr/>
        </p:nvCxnSpPr>
        <p:spPr>
          <a:xfrm rot="5400000" flipH="1" flipV="1">
            <a:off x="4887244" y="736929"/>
            <a:ext cx="671360" cy="2412102"/>
          </a:xfrm>
          <a:prstGeom prst="bentConnector2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09BE3498-6DE7-89E5-9554-7778D90E8332}"/>
              </a:ext>
            </a:extLst>
          </p:cNvPr>
          <p:cNvSpPr/>
          <p:nvPr/>
        </p:nvSpPr>
        <p:spPr>
          <a:xfrm>
            <a:off x="7974006" y="549428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0A92F81E-0B78-ADD3-308D-D051F2E52FCA}"/>
              </a:ext>
            </a:extLst>
          </p:cNvPr>
          <p:cNvCxnSpPr>
            <a:cxnSpLocks/>
            <a:stCxn id="25" idx="4"/>
            <a:endCxn id="95" idx="6"/>
          </p:cNvCxnSpPr>
          <p:nvPr/>
        </p:nvCxnSpPr>
        <p:spPr>
          <a:xfrm rot="5400000">
            <a:off x="9304978" y="3625808"/>
            <a:ext cx="822224" cy="3098341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6D171D2F-E7AE-2290-A57B-FF44A4BD3E4D}"/>
              </a:ext>
            </a:extLst>
          </p:cNvPr>
          <p:cNvSpPr txBox="1"/>
          <p:nvPr/>
        </p:nvSpPr>
        <p:spPr>
          <a:xfrm>
            <a:off x="307551" y="0"/>
            <a:ext cx="90396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Semantisk model for HCA Repository v*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93DC2A6-5B26-C7A8-4C47-BF15C703756A}"/>
              </a:ext>
            </a:extLst>
          </p:cNvPr>
          <p:cNvSpPr/>
          <p:nvPr/>
        </p:nvSpPr>
        <p:spPr>
          <a:xfrm>
            <a:off x="2207439" y="4401687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803948F4-A535-0DE9-E808-298DD3715CD9}"/>
              </a:ext>
            </a:extLst>
          </p:cNvPr>
          <p:cNvSpPr/>
          <p:nvPr/>
        </p:nvSpPr>
        <p:spPr>
          <a:xfrm>
            <a:off x="3157107" y="4409114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84D3C2F6-F611-A564-F1B5-2E2FAEE194C6}"/>
              </a:ext>
            </a:extLst>
          </p:cNvPr>
          <p:cNvCxnSpPr>
            <a:cxnSpLocks/>
            <a:stCxn id="121" idx="4"/>
            <a:endCxn id="122" idx="4"/>
          </p:cNvCxnSpPr>
          <p:nvPr/>
        </p:nvCxnSpPr>
        <p:spPr>
          <a:xfrm rot="16200000" flipH="1">
            <a:off x="2775017" y="4114175"/>
            <a:ext cx="7427" cy="949668"/>
          </a:xfrm>
          <a:prstGeom prst="bentConnector3">
            <a:avLst>
              <a:gd name="adj1" fmla="val 75384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8A45FEA-DED9-74A7-AA58-E5A92AF6CE26}"/>
              </a:ext>
            </a:extLst>
          </p:cNvPr>
          <p:cNvSpPr txBox="1"/>
          <p:nvPr/>
        </p:nvSpPr>
        <p:spPr>
          <a:xfrm>
            <a:off x="2363688" y="4903194"/>
            <a:ext cx="1069652" cy="4616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Sørens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Artist register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FD68A9-3020-353E-8B13-86508F04E013}"/>
              </a:ext>
            </a:extLst>
          </p:cNvPr>
          <p:cNvSpPr txBox="1"/>
          <p:nvPr/>
        </p:nvSpPr>
        <p:spPr>
          <a:xfrm>
            <a:off x="2674120" y="821249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Registry Repository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F2F5BB-DF04-43DE-C4B7-4C1508C4D9FC}"/>
              </a:ext>
            </a:extLst>
          </p:cNvPr>
          <p:cNvSpPr txBox="1"/>
          <p:nvPr/>
        </p:nvSpPr>
        <p:spPr>
          <a:xfrm>
            <a:off x="8889420" y="833448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Repository</a:t>
            </a:r>
          </a:p>
        </p:txBody>
      </p:sp>
      <p:pic>
        <p:nvPicPr>
          <p:cNvPr id="12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535F90D7-2D21-FC18-758F-F2C43ED129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116397" y="594170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0C138B0A-8D05-68BC-5236-D2969A059A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" t="8715" r="68234" b="11174"/>
          <a:stretch>
            <a:fillRect/>
          </a:stretch>
        </p:blipFill>
        <p:spPr bwMode="auto">
          <a:xfrm>
            <a:off x="11678043" y="597847"/>
            <a:ext cx="370235" cy="32910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0188F23-F60F-0DCC-E2C2-8615C271C482}"/>
              </a:ext>
            </a:extLst>
          </p:cNvPr>
          <p:cNvSpPr/>
          <p:nvPr/>
        </p:nvSpPr>
        <p:spPr>
          <a:xfrm>
            <a:off x="6592266" y="3984593"/>
            <a:ext cx="1466193" cy="814552"/>
          </a:xfrm>
          <a:custGeom>
            <a:avLst/>
            <a:gdLst>
              <a:gd name="csX0" fmla="*/ 0 w 1466193"/>
              <a:gd name="csY0" fmla="*/ 0 h 814552"/>
              <a:gd name="csX1" fmla="*/ 474069 w 1466193"/>
              <a:gd name="csY1" fmla="*/ 0 h 814552"/>
              <a:gd name="csX2" fmla="*/ 962800 w 1466193"/>
              <a:gd name="csY2" fmla="*/ 0 h 814552"/>
              <a:gd name="csX3" fmla="*/ 1466193 w 1466193"/>
              <a:gd name="csY3" fmla="*/ 0 h 814552"/>
              <a:gd name="csX4" fmla="*/ 1466193 w 1466193"/>
              <a:gd name="csY4" fmla="*/ 407276 h 814552"/>
              <a:gd name="csX5" fmla="*/ 1466193 w 1466193"/>
              <a:gd name="csY5" fmla="*/ 814552 h 814552"/>
              <a:gd name="csX6" fmla="*/ 977462 w 1466193"/>
              <a:gd name="csY6" fmla="*/ 814552 h 814552"/>
              <a:gd name="csX7" fmla="*/ 518055 w 1466193"/>
              <a:gd name="csY7" fmla="*/ 814552 h 814552"/>
              <a:gd name="csX8" fmla="*/ 0 w 1466193"/>
              <a:gd name="csY8" fmla="*/ 814552 h 814552"/>
              <a:gd name="csX9" fmla="*/ 0 w 1466193"/>
              <a:gd name="csY9" fmla="*/ 415422 h 814552"/>
              <a:gd name="csX10" fmla="*/ 0 w 1466193"/>
              <a:gd name="csY10" fmla="*/ 0 h 814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66193" h="814552" fill="none" extrusionOk="0">
                <a:moveTo>
                  <a:pt x="0" y="0"/>
                </a:moveTo>
                <a:cubicBezTo>
                  <a:pt x="173524" y="-8028"/>
                  <a:pt x="364955" y="35966"/>
                  <a:pt x="474069" y="0"/>
                </a:cubicBezTo>
                <a:cubicBezTo>
                  <a:pt x="583183" y="-35966"/>
                  <a:pt x="751506" y="43804"/>
                  <a:pt x="962800" y="0"/>
                </a:cubicBezTo>
                <a:cubicBezTo>
                  <a:pt x="1174094" y="-43804"/>
                  <a:pt x="1237060" y="24544"/>
                  <a:pt x="1466193" y="0"/>
                </a:cubicBezTo>
                <a:cubicBezTo>
                  <a:pt x="1504420" y="119633"/>
                  <a:pt x="1452435" y="224431"/>
                  <a:pt x="1466193" y="407276"/>
                </a:cubicBezTo>
                <a:cubicBezTo>
                  <a:pt x="1479951" y="590121"/>
                  <a:pt x="1431560" y="648246"/>
                  <a:pt x="1466193" y="814552"/>
                </a:cubicBezTo>
                <a:cubicBezTo>
                  <a:pt x="1357701" y="826290"/>
                  <a:pt x="1202814" y="766663"/>
                  <a:pt x="977462" y="814552"/>
                </a:cubicBezTo>
                <a:cubicBezTo>
                  <a:pt x="752110" y="862441"/>
                  <a:pt x="670207" y="803018"/>
                  <a:pt x="518055" y="814552"/>
                </a:cubicBezTo>
                <a:cubicBezTo>
                  <a:pt x="365903" y="826086"/>
                  <a:pt x="137490" y="753295"/>
                  <a:pt x="0" y="814552"/>
                </a:cubicBezTo>
                <a:cubicBezTo>
                  <a:pt x="-19584" y="701059"/>
                  <a:pt x="42907" y="576600"/>
                  <a:pt x="0" y="415422"/>
                </a:cubicBezTo>
                <a:cubicBezTo>
                  <a:pt x="-42907" y="254244"/>
                  <a:pt x="20251" y="134352"/>
                  <a:pt x="0" y="0"/>
                </a:cubicBezTo>
                <a:close/>
              </a:path>
              <a:path w="1466193" h="814552" stroke="0" extrusionOk="0">
                <a:moveTo>
                  <a:pt x="0" y="0"/>
                </a:moveTo>
                <a:cubicBezTo>
                  <a:pt x="132485" y="-55428"/>
                  <a:pt x="242322" y="7829"/>
                  <a:pt x="474069" y="0"/>
                </a:cubicBezTo>
                <a:cubicBezTo>
                  <a:pt x="705816" y="-7829"/>
                  <a:pt x="706230" y="47850"/>
                  <a:pt x="918814" y="0"/>
                </a:cubicBezTo>
                <a:cubicBezTo>
                  <a:pt x="1131399" y="-47850"/>
                  <a:pt x="1262685" y="6387"/>
                  <a:pt x="1466193" y="0"/>
                </a:cubicBezTo>
                <a:cubicBezTo>
                  <a:pt x="1504994" y="80227"/>
                  <a:pt x="1462343" y="318885"/>
                  <a:pt x="1466193" y="399130"/>
                </a:cubicBezTo>
                <a:cubicBezTo>
                  <a:pt x="1470043" y="479375"/>
                  <a:pt x="1456361" y="629056"/>
                  <a:pt x="1466193" y="814552"/>
                </a:cubicBezTo>
                <a:cubicBezTo>
                  <a:pt x="1322997" y="826391"/>
                  <a:pt x="1127015" y="795120"/>
                  <a:pt x="1006786" y="814552"/>
                </a:cubicBezTo>
                <a:cubicBezTo>
                  <a:pt x="886557" y="833984"/>
                  <a:pt x="711088" y="776756"/>
                  <a:pt x="547379" y="814552"/>
                </a:cubicBezTo>
                <a:cubicBezTo>
                  <a:pt x="383670" y="852348"/>
                  <a:pt x="163768" y="804477"/>
                  <a:pt x="0" y="814552"/>
                </a:cubicBezTo>
                <a:cubicBezTo>
                  <a:pt x="-32565" y="659571"/>
                  <a:pt x="24449" y="591407"/>
                  <a:pt x="0" y="431713"/>
                </a:cubicBezTo>
                <a:cubicBezTo>
                  <a:pt x="-24449" y="272019"/>
                  <a:pt x="36461" y="127556"/>
                  <a:pt x="0" y="0"/>
                </a:cubicBezTo>
                <a:close/>
              </a:path>
            </a:pathLst>
          </a:custGeom>
          <a:solidFill>
            <a:schemeClr val="lt1">
              <a:alpha val="91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Digital Map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(1800 and present)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533D0FD-0C28-B09C-BADC-7D63F24F71A0}"/>
              </a:ext>
            </a:extLst>
          </p:cNvPr>
          <p:cNvSpPr/>
          <p:nvPr/>
        </p:nvSpPr>
        <p:spPr>
          <a:xfrm>
            <a:off x="8495427" y="3766517"/>
            <a:ext cx="1646641" cy="814552"/>
          </a:xfrm>
          <a:prstGeom prst="rect">
            <a:avLst/>
          </a:prstGeom>
          <a:solidFill>
            <a:schemeClr val="lt1">
              <a:alpha val="91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Place-Derived-From-Diary-Section-Text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55FA53F-875A-BD16-2B98-120645531B31}"/>
              </a:ext>
            </a:extLst>
          </p:cNvPr>
          <p:cNvSpPr/>
          <p:nvPr/>
        </p:nvSpPr>
        <p:spPr>
          <a:xfrm>
            <a:off x="6483806" y="3972287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76D019A-FB0F-61D3-C430-3E9F5EBFF46E}"/>
              </a:ext>
            </a:extLst>
          </p:cNvPr>
          <p:cNvSpPr/>
          <p:nvPr/>
        </p:nvSpPr>
        <p:spPr>
          <a:xfrm>
            <a:off x="8005005" y="4540159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FBCE89C-C755-C255-96D7-68810A2CA416}"/>
              </a:ext>
            </a:extLst>
          </p:cNvPr>
          <p:cNvSpPr/>
          <p:nvPr/>
        </p:nvSpPr>
        <p:spPr>
          <a:xfrm>
            <a:off x="5962242" y="3976121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75AE894-8DF8-D16D-DA9D-19093B1206E5}"/>
              </a:ext>
            </a:extLst>
          </p:cNvPr>
          <p:cNvCxnSpPr>
            <a:cxnSpLocks/>
            <a:stCxn id="56" idx="2"/>
            <a:endCxn id="60" idx="6"/>
          </p:cNvCxnSpPr>
          <p:nvPr/>
        </p:nvCxnSpPr>
        <p:spPr>
          <a:xfrm rot="10800000" flipV="1">
            <a:off x="6155156" y="4064092"/>
            <a:ext cx="328651" cy="3834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E48BE9F9-2843-2DBE-67BF-F8F346D32CE4}"/>
              </a:ext>
            </a:extLst>
          </p:cNvPr>
          <p:cNvSpPr/>
          <p:nvPr/>
        </p:nvSpPr>
        <p:spPr>
          <a:xfrm>
            <a:off x="9268207" y="4474349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72FF9A2-DBF5-C247-777E-AEA76EA172C6}"/>
              </a:ext>
            </a:extLst>
          </p:cNvPr>
          <p:cNvSpPr/>
          <p:nvPr/>
        </p:nvSpPr>
        <p:spPr>
          <a:xfrm>
            <a:off x="9222290" y="365943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3886B17-DCF2-D0F3-B018-68E585433D33}"/>
              </a:ext>
            </a:extLst>
          </p:cNvPr>
          <p:cNvSpPr/>
          <p:nvPr/>
        </p:nvSpPr>
        <p:spPr>
          <a:xfrm>
            <a:off x="9226255" y="311593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B8EE2E8-F57E-1019-6C73-2C9B9997436E}"/>
              </a:ext>
            </a:extLst>
          </p:cNvPr>
          <p:cNvCxnSpPr>
            <a:cxnSpLocks/>
            <a:stCxn id="74" idx="4"/>
            <a:endCxn id="59" idx="4"/>
          </p:cNvCxnSpPr>
          <p:nvPr/>
        </p:nvCxnSpPr>
        <p:spPr>
          <a:xfrm rot="5400000">
            <a:off x="8700158" y="4059262"/>
            <a:ext cx="65810" cy="1263202"/>
          </a:xfrm>
          <a:prstGeom prst="bentConnector3">
            <a:avLst>
              <a:gd name="adj1" fmla="val 44736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90649781-4143-CD5C-608A-B66D2B47B9C3}"/>
              </a:ext>
            </a:extLst>
          </p:cNvPr>
          <p:cNvCxnSpPr>
            <a:cxnSpLocks/>
            <a:stCxn id="76" idx="4"/>
            <a:endCxn id="75" idx="0"/>
          </p:cNvCxnSpPr>
          <p:nvPr/>
        </p:nvCxnSpPr>
        <p:spPr>
          <a:xfrm rot="5400000">
            <a:off x="9140786" y="3477506"/>
            <a:ext cx="359889" cy="396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1853B22-0F79-2B8C-4AC4-16A40CFC3FED}"/>
              </a:ext>
            </a:extLst>
          </p:cNvPr>
          <p:cNvSpPr/>
          <p:nvPr/>
        </p:nvSpPr>
        <p:spPr>
          <a:xfrm>
            <a:off x="8397358" y="5791575"/>
            <a:ext cx="1981433" cy="55472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5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M-M </a:t>
            </a:r>
            <a:r>
              <a:rPr kumimoji="0" lang="da-DK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relationship</a:t>
            </a:r>
            <a:r>
              <a:rPr kumimoji="0" lang="da-DK" sz="105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mellem Work-</a:t>
            </a:r>
            <a:r>
              <a:rPr kumimoji="0" lang="da-DK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</a:t>
            </a:r>
            <a:r>
              <a:rPr kumimoji="0" lang="da-DK" sz="105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og Place/Location</a:t>
            </a:r>
            <a:br>
              <a:rPr kumimoji="0" lang="da-DK" sz="105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a-DK" sz="105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(Sørens 2. register)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BDBCEC-59EA-4BBC-63C6-CC65A41D1371}"/>
              </a:ext>
            </a:extLst>
          </p:cNvPr>
          <p:cNvSpPr/>
          <p:nvPr/>
        </p:nvSpPr>
        <p:spPr>
          <a:xfrm>
            <a:off x="4164526" y="435356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1F607AF-4E4B-D847-4EDD-D793446604DC}"/>
              </a:ext>
            </a:extLst>
          </p:cNvPr>
          <p:cNvCxnSpPr>
            <a:cxnSpLocks/>
            <a:stCxn id="15" idx="4"/>
            <a:endCxn id="23" idx="4"/>
          </p:cNvCxnSpPr>
          <p:nvPr/>
        </p:nvCxnSpPr>
        <p:spPr>
          <a:xfrm rot="16200000" flipH="1">
            <a:off x="4544173" y="4253984"/>
            <a:ext cx="28979" cy="595358"/>
          </a:xfrm>
          <a:prstGeom prst="bentConnector3">
            <a:avLst>
              <a:gd name="adj1" fmla="val 88884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10910D8-BC5F-DA45-1BFD-D411AFF910C2}"/>
              </a:ext>
            </a:extLst>
          </p:cNvPr>
          <p:cNvSpPr/>
          <p:nvPr/>
        </p:nvSpPr>
        <p:spPr>
          <a:xfrm>
            <a:off x="4759884" y="4382544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F2A82-3C05-0224-3A89-4F4BEAE6E4F1}"/>
              </a:ext>
            </a:extLst>
          </p:cNvPr>
          <p:cNvSpPr txBox="1"/>
          <p:nvPr/>
        </p:nvSpPr>
        <p:spPr>
          <a:xfrm>
            <a:off x="4121577" y="4752549"/>
            <a:ext cx="706087" cy="64633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Sørens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Sted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register</a:t>
            </a:r>
          </a:p>
        </p:txBody>
      </p:sp>
    </p:spTree>
    <p:extLst>
      <p:ext uri="{BB962C8B-B14F-4D97-AF65-F5344CB8AC3E}">
        <p14:creationId xmlns:p14="http://schemas.microsoft.com/office/powerpoint/2010/main" val="161084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742F-F863-26ED-0BF5-FC05D10F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5E898FA-5AB9-9DC1-A90F-67072EC82943}"/>
              </a:ext>
            </a:extLst>
          </p:cNvPr>
          <p:cNvSpPr/>
          <p:nvPr/>
        </p:nvSpPr>
        <p:spPr>
          <a:xfrm>
            <a:off x="7485706" y="2072640"/>
            <a:ext cx="2946162" cy="4168726"/>
          </a:xfrm>
          <a:custGeom>
            <a:avLst/>
            <a:gdLst>
              <a:gd name="csX0" fmla="*/ 0 w 2946162"/>
              <a:gd name="csY0" fmla="*/ 208117 h 4168726"/>
              <a:gd name="csX1" fmla="*/ 208117 w 2946162"/>
              <a:gd name="csY1" fmla="*/ 0 h 4168726"/>
              <a:gd name="csX2" fmla="*/ 764701 w 2946162"/>
              <a:gd name="csY2" fmla="*/ 0 h 4168726"/>
              <a:gd name="csX3" fmla="*/ 1245387 w 2946162"/>
              <a:gd name="csY3" fmla="*/ 0 h 4168726"/>
              <a:gd name="csX4" fmla="*/ 1700775 w 2946162"/>
              <a:gd name="csY4" fmla="*/ 0 h 4168726"/>
              <a:gd name="csX5" fmla="*/ 2232059 w 2946162"/>
              <a:gd name="csY5" fmla="*/ 0 h 4168726"/>
              <a:gd name="csX6" fmla="*/ 2738045 w 2946162"/>
              <a:gd name="csY6" fmla="*/ 0 h 4168726"/>
              <a:gd name="csX7" fmla="*/ 2946162 w 2946162"/>
              <a:gd name="csY7" fmla="*/ 208117 h 4168726"/>
              <a:gd name="csX8" fmla="*/ 2946162 w 2946162"/>
              <a:gd name="csY8" fmla="*/ 744187 h 4168726"/>
              <a:gd name="csX9" fmla="*/ 2946162 w 2946162"/>
              <a:gd name="csY9" fmla="*/ 1167683 h 4168726"/>
              <a:gd name="csX10" fmla="*/ 2946162 w 2946162"/>
              <a:gd name="csY10" fmla="*/ 1703753 h 4168726"/>
              <a:gd name="csX11" fmla="*/ 2946162 w 2946162"/>
              <a:gd name="csY11" fmla="*/ 2239823 h 4168726"/>
              <a:gd name="csX12" fmla="*/ 2946162 w 2946162"/>
              <a:gd name="csY12" fmla="*/ 2738369 h 4168726"/>
              <a:gd name="csX13" fmla="*/ 2946162 w 2946162"/>
              <a:gd name="csY13" fmla="*/ 3349489 h 4168726"/>
              <a:gd name="csX14" fmla="*/ 2946162 w 2946162"/>
              <a:gd name="csY14" fmla="*/ 3960609 h 4168726"/>
              <a:gd name="csX15" fmla="*/ 2738045 w 2946162"/>
              <a:gd name="csY15" fmla="*/ 4168726 h 4168726"/>
              <a:gd name="csX16" fmla="*/ 2206760 w 2946162"/>
              <a:gd name="csY16" fmla="*/ 4168726 h 4168726"/>
              <a:gd name="csX17" fmla="*/ 1700775 w 2946162"/>
              <a:gd name="csY17" fmla="*/ 4168726 h 4168726"/>
              <a:gd name="csX18" fmla="*/ 1270687 w 2946162"/>
              <a:gd name="csY18" fmla="*/ 4168726 h 4168726"/>
              <a:gd name="csX19" fmla="*/ 815300 w 2946162"/>
              <a:gd name="csY19" fmla="*/ 4168726 h 4168726"/>
              <a:gd name="csX20" fmla="*/ 208117 w 2946162"/>
              <a:gd name="csY20" fmla="*/ 4168726 h 4168726"/>
              <a:gd name="csX21" fmla="*/ 0 w 2946162"/>
              <a:gd name="csY21" fmla="*/ 3960609 h 4168726"/>
              <a:gd name="csX22" fmla="*/ 0 w 2946162"/>
              <a:gd name="csY22" fmla="*/ 3499589 h 4168726"/>
              <a:gd name="csX23" fmla="*/ 0 w 2946162"/>
              <a:gd name="csY23" fmla="*/ 3076093 h 4168726"/>
              <a:gd name="csX24" fmla="*/ 0 w 2946162"/>
              <a:gd name="csY24" fmla="*/ 2652598 h 4168726"/>
              <a:gd name="csX25" fmla="*/ 0 w 2946162"/>
              <a:gd name="csY25" fmla="*/ 2116527 h 4168726"/>
              <a:gd name="csX26" fmla="*/ 0 w 2946162"/>
              <a:gd name="csY26" fmla="*/ 1655507 h 4168726"/>
              <a:gd name="csX27" fmla="*/ 0 w 2946162"/>
              <a:gd name="csY27" fmla="*/ 1081912 h 4168726"/>
              <a:gd name="csX28" fmla="*/ 0 w 2946162"/>
              <a:gd name="csY28" fmla="*/ 208117 h 4168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2946162" h="4168726" extrusionOk="0">
                <a:moveTo>
                  <a:pt x="0" y="208117"/>
                </a:moveTo>
                <a:cubicBezTo>
                  <a:pt x="-28969" y="75309"/>
                  <a:pt x="62306" y="11586"/>
                  <a:pt x="208117" y="0"/>
                </a:cubicBezTo>
                <a:cubicBezTo>
                  <a:pt x="462359" y="-51041"/>
                  <a:pt x="497673" y="55114"/>
                  <a:pt x="764701" y="0"/>
                </a:cubicBezTo>
                <a:cubicBezTo>
                  <a:pt x="1031729" y="-55114"/>
                  <a:pt x="1048979" y="47256"/>
                  <a:pt x="1245387" y="0"/>
                </a:cubicBezTo>
                <a:cubicBezTo>
                  <a:pt x="1441795" y="-47256"/>
                  <a:pt x="1506737" y="3896"/>
                  <a:pt x="1700775" y="0"/>
                </a:cubicBezTo>
                <a:cubicBezTo>
                  <a:pt x="1894813" y="-3896"/>
                  <a:pt x="2069063" y="50291"/>
                  <a:pt x="2232059" y="0"/>
                </a:cubicBezTo>
                <a:cubicBezTo>
                  <a:pt x="2395055" y="-50291"/>
                  <a:pt x="2487158" y="28199"/>
                  <a:pt x="2738045" y="0"/>
                </a:cubicBezTo>
                <a:cubicBezTo>
                  <a:pt x="2865548" y="-20444"/>
                  <a:pt x="2924972" y="111799"/>
                  <a:pt x="2946162" y="208117"/>
                </a:cubicBezTo>
                <a:cubicBezTo>
                  <a:pt x="2980725" y="337268"/>
                  <a:pt x="2923541" y="546547"/>
                  <a:pt x="2946162" y="744187"/>
                </a:cubicBezTo>
                <a:cubicBezTo>
                  <a:pt x="2968783" y="941827"/>
                  <a:pt x="2911942" y="982222"/>
                  <a:pt x="2946162" y="1167683"/>
                </a:cubicBezTo>
                <a:cubicBezTo>
                  <a:pt x="2980382" y="1353144"/>
                  <a:pt x="2934724" y="1574323"/>
                  <a:pt x="2946162" y="1703753"/>
                </a:cubicBezTo>
                <a:cubicBezTo>
                  <a:pt x="2957600" y="1833183"/>
                  <a:pt x="2919818" y="2132454"/>
                  <a:pt x="2946162" y="2239823"/>
                </a:cubicBezTo>
                <a:cubicBezTo>
                  <a:pt x="2972506" y="2347192"/>
                  <a:pt x="2923299" y="2551948"/>
                  <a:pt x="2946162" y="2738369"/>
                </a:cubicBezTo>
                <a:cubicBezTo>
                  <a:pt x="2969025" y="2924790"/>
                  <a:pt x="2876120" y="3153463"/>
                  <a:pt x="2946162" y="3349489"/>
                </a:cubicBezTo>
                <a:cubicBezTo>
                  <a:pt x="3016204" y="3545515"/>
                  <a:pt x="2943807" y="3779849"/>
                  <a:pt x="2946162" y="3960609"/>
                </a:cubicBezTo>
                <a:cubicBezTo>
                  <a:pt x="2940393" y="4076496"/>
                  <a:pt x="2837023" y="4157712"/>
                  <a:pt x="2738045" y="4168726"/>
                </a:cubicBezTo>
                <a:cubicBezTo>
                  <a:pt x="2504886" y="4214856"/>
                  <a:pt x="2412271" y="4110652"/>
                  <a:pt x="2206760" y="4168726"/>
                </a:cubicBezTo>
                <a:cubicBezTo>
                  <a:pt x="2001249" y="4226800"/>
                  <a:pt x="1830439" y="4166392"/>
                  <a:pt x="1700775" y="4168726"/>
                </a:cubicBezTo>
                <a:cubicBezTo>
                  <a:pt x="1571112" y="4171060"/>
                  <a:pt x="1435784" y="4161333"/>
                  <a:pt x="1270687" y="4168726"/>
                </a:cubicBezTo>
                <a:cubicBezTo>
                  <a:pt x="1105590" y="4176119"/>
                  <a:pt x="952243" y="4157719"/>
                  <a:pt x="815300" y="4168726"/>
                </a:cubicBezTo>
                <a:cubicBezTo>
                  <a:pt x="678357" y="4179733"/>
                  <a:pt x="437191" y="4129833"/>
                  <a:pt x="208117" y="4168726"/>
                </a:cubicBezTo>
                <a:cubicBezTo>
                  <a:pt x="101006" y="4167069"/>
                  <a:pt x="2331" y="4097688"/>
                  <a:pt x="0" y="3960609"/>
                </a:cubicBezTo>
                <a:cubicBezTo>
                  <a:pt x="-40532" y="3863415"/>
                  <a:pt x="41544" y="3699607"/>
                  <a:pt x="0" y="3499589"/>
                </a:cubicBezTo>
                <a:cubicBezTo>
                  <a:pt x="-41544" y="3299571"/>
                  <a:pt x="37889" y="3218911"/>
                  <a:pt x="0" y="3076093"/>
                </a:cubicBezTo>
                <a:cubicBezTo>
                  <a:pt x="-37889" y="2933275"/>
                  <a:pt x="46658" y="2752334"/>
                  <a:pt x="0" y="2652598"/>
                </a:cubicBezTo>
                <a:cubicBezTo>
                  <a:pt x="-46658" y="2552862"/>
                  <a:pt x="21061" y="2321427"/>
                  <a:pt x="0" y="2116527"/>
                </a:cubicBezTo>
                <a:cubicBezTo>
                  <a:pt x="-21061" y="1911627"/>
                  <a:pt x="11178" y="1760578"/>
                  <a:pt x="0" y="1655507"/>
                </a:cubicBezTo>
                <a:cubicBezTo>
                  <a:pt x="-11178" y="1550436"/>
                  <a:pt x="33696" y="1250675"/>
                  <a:pt x="0" y="1081912"/>
                </a:cubicBezTo>
                <a:cubicBezTo>
                  <a:pt x="-33696" y="913149"/>
                  <a:pt x="5059" y="556185"/>
                  <a:pt x="0" y="208117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AD1BB8D-E807-1300-037E-E190C352460B}"/>
              </a:ext>
            </a:extLst>
          </p:cNvPr>
          <p:cNvSpPr/>
          <p:nvPr/>
        </p:nvSpPr>
        <p:spPr>
          <a:xfrm>
            <a:off x="440788" y="2147667"/>
            <a:ext cx="6662009" cy="4013981"/>
          </a:xfrm>
          <a:custGeom>
            <a:avLst/>
            <a:gdLst>
              <a:gd name="csX0" fmla="*/ 0 w 6662009"/>
              <a:gd name="csY0" fmla="*/ 283548 h 4013981"/>
              <a:gd name="csX1" fmla="*/ 283548 w 6662009"/>
              <a:gd name="csY1" fmla="*/ 0 h 4013981"/>
              <a:gd name="csX2" fmla="*/ 959529 w 6662009"/>
              <a:gd name="csY2" fmla="*/ 0 h 4013981"/>
              <a:gd name="csX3" fmla="*/ 1452663 w 6662009"/>
              <a:gd name="csY3" fmla="*/ 0 h 4013981"/>
              <a:gd name="csX4" fmla="*/ 1884848 w 6662009"/>
              <a:gd name="csY4" fmla="*/ 0 h 4013981"/>
              <a:gd name="csX5" fmla="*/ 2499880 w 6662009"/>
              <a:gd name="csY5" fmla="*/ 0 h 4013981"/>
              <a:gd name="csX6" fmla="*/ 2993014 w 6662009"/>
              <a:gd name="csY6" fmla="*/ 0 h 4013981"/>
              <a:gd name="csX7" fmla="*/ 3668995 w 6662009"/>
              <a:gd name="csY7" fmla="*/ 0 h 4013981"/>
              <a:gd name="csX8" fmla="*/ 4101180 w 6662009"/>
              <a:gd name="csY8" fmla="*/ 0 h 4013981"/>
              <a:gd name="csX9" fmla="*/ 4777161 w 6662009"/>
              <a:gd name="csY9" fmla="*/ 0 h 4013981"/>
              <a:gd name="csX10" fmla="*/ 5148397 w 6662009"/>
              <a:gd name="csY10" fmla="*/ 0 h 4013981"/>
              <a:gd name="csX11" fmla="*/ 5702480 w 6662009"/>
              <a:gd name="csY11" fmla="*/ 0 h 4013981"/>
              <a:gd name="csX12" fmla="*/ 6378461 w 6662009"/>
              <a:gd name="csY12" fmla="*/ 0 h 4013981"/>
              <a:gd name="csX13" fmla="*/ 6662009 w 6662009"/>
              <a:gd name="csY13" fmla="*/ 283548 h 4013981"/>
              <a:gd name="csX14" fmla="*/ 6662009 w 6662009"/>
              <a:gd name="csY14" fmla="*/ 858029 h 4013981"/>
              <a:gd name="csX15" fmla="*/ 6662009 w 6662009"/>
              <a:gd name="csY15" fmla="*/ 1363572 h 4013981"/>
              <a:gd name="csX16" fmla="*/ 6662009 w 6662009"/>
              <a:gd name="csY16" fmla="*/ 1938053 h 4013981"/>
              <a:gd name="csX17" fmla="*/ 6662009 w 6662009"/>
              <a:gd name="csY17" fmla="*/ 2581471 h 4013981"/>
              <a:gd name="csX18" fmla="*/ 6662009 w 6662009"/>
              <a:gd name="csY18" fmla="*/ 3155952 h 4013981"/>
              <a:gd name="csX19" fmla="*/ 6662009 w 6662009"/>
              <a:gd name="csY19" fmla="*/ 3730433 h 4013981"/>
              <a:gd name="csX20" fmla="*/ 6378461 w 6662009"/>
              <a:gd name="csY20" fmla="*/ 4013981 h 4013981"/>
              <a:gd name="csX21" fmla="*/ 5763429 w 6662009"/>
              <a:gd name="csY21" fmla="*/ 4013981 h 4013981"/>
              <a:gd name="csX22" fmla="*/ 5331244 w 6662009"/>
              <a:gd name="csY22" fmla="*/ 4013981 h 4013981"/>
              <a:gd name="csX23" fmla="*/ 4777161 w 6662009"/>
              <a:gd name="csY23" fmla="*/ 4013981 h 4013981"/>
              <a:gd name="csX24" fmla="*/ 4405926 w 6662009"/>
              <a:gd name="csY24" fmla="*/ 4013981 h 4013981"/>
              <a:gd name="csX25" fmla="*/ 4034690 w 6662009"/>
              <a:gd name="csY25" fmla="*/ 4013981 h 4013981"/>
              <a:gd name="csX26" fmla="*/ 3480607 w 6662009"/>
              <a:gd name="csY26" fmla="*/ 4013981 h 4013981"/>
              <a:gd name="csX27" fmla="*/ 3048422 w 6662009"/>
              <a:gd name="csY27" fmla="*/ 4013981 h 4013981"/>
              <a:gd name="csX28" fmla="*/ 2433390 w 6662009"/>
              <a:gd name="csY28" fmla="*/ 4013981 h 4013981"/>
              <a:gd name="csX29" fmla="*/ 2001205 w 6662009"/>
              <a:gd name="csY29" fmla="*/ 4013981 h 4013981"/>
              <a:gd name="csX30" fmla="*/ 1386173 w 6662009"/>
              <a:gd name="csY30" fmla="*/ 4013981 h 4013981"/>
              <a:gd name="csX31" fmla="*/ 1014938 w 6662009"/>
              <a:gd name="csY31" fmla="*/ 4013981 h 4013981"/>
              <a:gd name="csX32" fmla="*/ 283548 w 6662009"/>
              <a:gd name="csY32" fmla="*/ 4013981 h 4013981"/>
              <a:gd name="csX33" fmla="*/ 0 w 6662009"/>
              <a:gd name="csY33" fmla="*/ 3730433 h 4013981"/>
              <a:gd name="csX34" fmla="*/ 0 w 6662009"/>
              <a:gd name="csY34" fmla="*/ 3155952 h 4013981"/>
              <a:gd name="csX35" fmla="*/ 0 w 6662009"/>
              <a:gd name="csY35" fmla="*/ 2547002 h 4013981"/>
              <a:gd name="csX36" fmla="*/ 0 w 6662009"/>
              <a:gd name="csY36" fmla="*/ 2041459 h 4013981"/>
              <a:gd name="csX37" fmla="*/ 0 w 6662009"/>
              <a:gd name="csY37" fmla="*/ 1570385 h 4013981"/>
              <a:gd name="csX38" fmla="*/ 0 w 6662009"/>
              <a:gd name="csY38" fmla="*/ 1064842 h 4013981"/>
              <a:gd name="csX39" fmla="*/ 0 w 6662009"/>
              <a:gd name="csY39" fmla="*/ 283548 h 40139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6662009" h="4013981" extrusionOk="0">
                <a:moveTo>
                  <a:pt x="0" y="283548"/>
                </a:moveTo>
                <a:cubicBezTo>
                  <a:pt x="-14686" y="117890"/>
                  <a:pt x="101085" y="9707"/>
                  <a:pt x="283548" y="0"/>
                </a:cubicBezTo>
                <a:cubicBezTo>
                  <a:pt x="489071" y="-41688"/>
                  <a:pt x="629939" y="28081"/>
                  <a:pt x="959529" y="0"/>
                </a:cubicBezTo>
                <a:cubicBezTo>
                  <a:pt x="1289119" y="-28081"/>
                  <a:pt x="1211859" y="6208"/>
                  <a:pt x="1452663" y="0"/>
                </a:cubicBezTo>
                <a:cubicBezTo>
                  <a:pt x="1693467" y="-6208"/>
                  <a:pt x="1726736" y="5345"/>
                  <a:pt x="1884848" y="0"/>
                </a:cubicBezTo>
                <a:cubicBezTo>
                  <a:pt x="2042961" y="-5345"/>
                  <a:pt x="2283609" y="43012"/>
                  <a:pt x="2499880" y="0"/>
                </a:cubicBezTo>
                <a:cubicBezTo>
                  <a:pt x="2716151" y="-43012"/>
                  <a:pt x="2841172" y="55884"/>
                  <a:pt x="2993014" y="0"/>
                </a:cubicBezTo>
                <a:cubicBezTo>
                  <a:pt x="3144856" y="-55884"/>
                  <a:pt x="3459397" y="2023"/>
                  <a:pt x="3668995" y="0"/>
                </a:cubicBezTo>
                <a:cubicBezTo>
                  <a:pt x="3878593" y="-2023"/>
                  <a:pt x="3951903" y="14871"/>
                  <a:pt x="4101180" y="0"/>
                </a:cubicBezTo>
                <a:cubicBezTo>
                  <a:pt x="4250457" y="-14871"/>
                  <a:pt x="4611261" y="64338"/>
                  <a:pt x="4777161" y="0"/>
                </a:cubicBezTo>
                <a:cubicBezTo>
                  <a:pt x="4943061" y="-64338"/>
                  <a:pt x="5049938" y="9831"/>
                  <a:pt x="5148397" y="0"/>
                </a:cubicBezTo>
                <a:cubicBezTo>
                  <a:pt x="5246856" y="-9831"/>
                  <a:pt x="5523965" y="48658"/>
                  <a:pt x="5702480" y="0"/>
                </a:cubicBezTo>
                <a:cubicBezTo>
                  <a:pt x="5880995" y="-48658"/>
                  <a:pt x="6153286" y="12297"/>
                  <a:pt x="6378461" y="0"/>
                </a:cubicBezTo>
                <a:cubicBezTo>
                  <a:pt x="6550420" y="-15178"/>
                  <a:pt x="6677284" y="117099"/>
                  <a:pt x="6662009" y="283548"/>
                </a:cubicBezTo>
                <a:cubicBezTo>
                  <a:pt x="6724618" y="537283"/>
                  <a:pt x="6644113" y="622469"/>
                  <a:pt x="6662009" y="858029"/>
                </a:cubicBezTo>
                <a:cubicBezTo>
                  <a:pt x="6679905" y="1093589"/>
                  <a:pt x="6621842" y="1176081"/>
                  <a:pt x="6662009" y="1363572"/>
                </a:cubicBezTo>
                <a:cubicBezTo>
                  <a:pt x="6702176" y="1551063"/>
                  <a:pt x="6657324" y="1744058"/>
                  <a:pt x="6662009" y="1938053"/>
                </a:cubicBezTo>
                <a:cubicBezTo>
                  <a:pt x="6666694" y="2132048"/>
                  <a:pt x="6614355" y="2372676"/>
                  <a:pt x="6662009" y="2581471"/>
                </a:cubicBezTo>
                <a:cubicBezTo>
                  <a:pt x="6709663" y="2790266"/>
                  <a:pt x="6644173" y="2872486"/>
                  <a:pt x="6662009" y="3155952"/>
                </a:cubicBezTo>
                <a:cubicBezTo>
                  <a:pt x="6679845" y="3439418"/>
                  <a:pt x="6654269" y="3596164"/>
                  <a:pt x="6662009" y="3730433"/>
                </a:cubicBezTo>
                <a:cubicBezTo>
                  <a:pt x="6623569" y="3888615"/>
                  <a:pt x="6542334" y="4000869"/>
                  <a:pt x="6378461" y="4013981"/>
                </a:cubicBezTo>
                <a:cubicBezTo>
                  <a:pt x="6194874" y="4043258"/>
                  <a:pt x="5927599" y="3991883"/>
                  <a:pt x="5763429" y="4013981"/>
                </a:cubicBezTo>
                <a:cubicBezTo>
                  <a:pt x="5599259" y="4036079"/>
                  <a:pt x="5422411" y="3981306"/>
                  <a:pt x="5331244" y="4013981"/>
                </a:cubicBezTo>
                <a:cubicBezTo>
                  <a:pt x="5240077" y="4046656"/>
                  <a:pt x="5018404" y="3954486"/>
                  <a:pt x="4777161" y="4013981"/>
                </a:cubicBezTo>
                <a:cubicBezTo>
                  <a:pt x="4535918" y="4073476"/>
                  <a:pt x="4541595" y="3971790"/>
                  <a:pt x="4405926" y="4013981"/>
                </a:cubicBezTo>
                <a:cubicBezTo>
                  <a:pt x="4270258" y="4056172"/>
                  <a:pt x="4216985" y="3974013"/>
                  <a:pt x="4034690" y="4013981"/>
                </a:cubicBezTo>
                <a:cubicBezTo>
                  <a:pt x="3852395" y="4053949"/>
                  <a:pt x="3675287" y="3985964"/>
                  <a:pt x="3480607" y="4013981"/>
                </a:cubicBezTo>
                <a:cubicBezTo>
                  <a:pt x="3285927" y="4041998"/>
                  <a:pt x="3205733" y="3988263"/>
                  <a:pt x="3048422" y="4013981"/>
                </a:cubicBezTo>
                <a:cubicBezTo>
                  <a:pt x="2891112" y="4039699"/>
                  <a:pt x="2577703" y="3952707"/>
                  <a:pt x="2433390" y="4013981"/>
                </a:cubicBezTo>
                <a:cubicBezTo>
                  <a:pt x="2289077" y="4075255"/>
                  <a:pt x="2170262" y="3962988"/>
                  <a:pt x="2001205" y="4013981"/>
                </a:cubicBezTo>
                <a:cubicBezTo>
                  <a:pt x="1832148" y="4064974"/>
                  <a:pt x="1602381" y="3957792"/>
                  <a:pt x="1386173" y="4013981"/>
                </a:cubicBezTo>
                <a:cubicBezTo>
                  <a:pt x="1169965" y="4070170"/>
                  <a:pt x="1089732" y="3975288"/>
                  <a:pt x="1014938" y="4013981"/>
                </a:cubicBezTo>
                <a:cubicBezTo>
                  <a:pt x="940145" y="4052674"/>
                  <a:pt x="535535" y="4008276"/>
                  <a:pt x="283548" y="4013981"/>
                </a:cubicBezTo>
                <a:cubicBezTo>
                  <a:pt x="151439" y="4036690"/>
                  <a:pt x="8031" y="3882230"/>
                  <a:pt x="0" y="3730433"/>
                </a:cubicBezTo>
                <a:cubicBezTo>
                  <a:pt x="-14406" y="3603967"/>
                  <a:pt x="19018" y="3317268"/>
                  <a:pt x="0" y="3155952"/>
                </a:cubicBezTo>
                <a:cubicBezTo>
                  <a:pt x="-19018" y="2994636"/>
                  <a:pt x="26081" y="2772432"/>
                  <a:pt x="0" y="2547002"/>
                </a:cubicBezTo>
                <a:cubicBezTo>
                  <a:pt x="-26081" y="2321572"/>
                  <a:pt x="2920" y="2145121"/>
                  <a:pt x="0" y="2041459"/>
                </a:cubicBezTo>
                <a:cubicBezTo>
                  <a:pt x="-2920" y="1937797"/>
                  <a:pt x="55549" y="1752565"/>
                  <a:pt x="0" y="1570385"/>
                </a:cubicBezTo>
                <a:cubicBezTo>
                  <a:pt x="-55549" y="1388205"/>
                  <a:pt x="42975" y="1230302"/>
                  <a:pt x="0" y="1064842"/>
                </a:cubicBezTo>
                <a:cubicBezTo>
                  <a:pt x="-42975" y="899382"/>
                  <a:pt x="10326" y="626040"/>
                  <a:pt x="0" y="283548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78B52A-92F8-E03D-F3E1-86F2B9A3277B}"/>
              </a:ext>
            </a:extLst>
          </p:cNvPr>
          <p:cNvSpPr/>
          <p:nvPr/>
        </p:nvSpPr>
        <p:spPr>
          <a:xfrm>
            <a:off x="2898514" y="3666123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Work-Registry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(Vol. 12)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4CCEE7-190D-BD92-7A47-ECFFF69E1BB4}"/>
              </a:ext>
            </a:extLst>
          </p:cNvPr>
          <p:cNvSpPr/>
          <p:nvPr/>
        </p:nvSpPr>
        <p:spPr>
          <a:xfrm>
            <a:off x="4564775" y="3674041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 -Registry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(Vol. 12)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D51CCE-D825-1B95-47E6-884A1CAB3B2A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3631611" y="3230918"/>
            <a:ext cx="4284" cy="4352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2CEFF1-5B58-BC99-D6A8-3F75FD162354}"/>
              </a:ext>
            </a:extLst>
          </p:cNvPr>
          <p:cNvCxnSpPr>
            <a:cxnSpLocks/>
            <a:stCxn id="14" idx="0"/>
            <a:endCxn id="5" idx="2"/>
          </p:cNvCxnSpPr>
          <p:nvPr/>
        </p:nvCxnSpPr>
        <p:spPr>
          <a:xfrm flipH="1" flipV="1">
            <a:off x="3635895" y="3230918"/>
            <a:ext cx="1661977" cy="44312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E7AE17E-8BB5-6749-2AF4-F2F2DE5CAB7F}"/>
              </a:ext>
            </a:extLst>
          </p:cNvPr>
          <p:cNvSpPr/>
          <p:nvPr/>
        </p:nvSpPr>
        <p:spPr>
          <a:xfrm>
            <a:off x="1249388" y="3684861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Person-Registry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(Vol. 11)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EE7D8EA-22AB-E737-0FE7-E5066D2FE418}"/>
              </a:ext>
            </a:extLst>
          </p:cNvPr>
          <p:cNvSpPr/>
          <p:nvPr/>
        </p:nvSpPr>
        <p:spPr>
          <a:xfrm>
            <a:off x="6592267" y="2422726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References-In-Diary-Page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9E2CC7CE-22C1-DCC2-FFBF-50A7B4C1D7CE}"/>
              </a:ext>
            </a:extLst>
          </p:cNvPr>
          <p:cNvCxnSpPr>
            <a:cxnSpLocks/>
            <a:stCxn id="5" idx="3"/>
            <a:endCxn id="146" idx="2"/>
          </p:cNvCxnSpPr>
          <p:nvPr/>
        </p:nvCxnSpPr>
        <p:spPr>
          <a:xfrm flipV="1">
            <a:off x="4368991" y="2822029"/>
            <a:ext cx="2080587" cy="1613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557AC999-ACB0-FD90-3AC1-9EF7B20354B7}"/>
              </a:ext>
            </a:extLst>
          </p:cNvPr>
          <p:cNvSpPr/>
          <p:nvPr/>
        </p:nvSpPr>
        <p:spPr>
          <a:xfrm>
            <a:off x="6594610" y="5134026"/>
            <a:ext cx="1466193" cy="814552"/>
          </a:xfrm>
          <a:custGeom>
            <a:avLst/>
            <a:gdLst>
              <a:gd name="csX0" fmla="*/ 0 w 1466193"/>
              <a:gd name="csY0" fmla="*/ 0 h 814552"/>
              <a:gd name="csX1" fmla="*/ 474069 w 1466193"/>
              <a:gd name="csY1" fmla="*/ 0 h 814552"/>
              <a:gd name="csX2" fmla="*/ 962800 w 1466193"/>
              <a:gd name="csY2" fmla="*/ 0 h 814552"/>
              <a:gd name="csX3" fmla="*/ 1466193 w 1466193"/>
              <a:gd name="csY3" fmla="*/ 0 h 814552"/>
              <a:gd name="csX4" fmla="*/ 1466193 w 1466193"/>
              <a:gd name="csY4" fmla="*/ 407276 h 814552"/>
              <a:gd name="csX5" fmla="*/ 1466193 w 1466193"/>
              <a:gd name="csY5" fmla="*/ 814552 h 814552"/>
              <a:gd name="csX6" fmla="*/ 977462 w 1466193"/>
              <a:gd name="csY6" fmla="*/ 814552 h 814552"/>
              <a:gd name="csX7" fmla="*/ 518055 w 1466193"/>
              <a:gd name="csY7" fmla="*/ 814552 h 814552"/>
              <a:gd name="csX8" fmla="*/ 0 w 1466193"/>
              <a:gd name="csY8" fmla="*/ 814552 h 814552"/>
              <a:gd name="csX9" fmla="*/ 0 w 1466193"/>
              <a:gd name="csY9" fmla="*/ 415422 h 814552"/>
              <a:gd name="csX10" fmla="*/ 0 w 1466193"/>
              <a:gd name="csY10" fmla="*/ 0 h 814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66193" h="814552" fill="none" extrusionOk="0">
                <a:moveTo>
                  <a:pt x="0" y="0"/>
                </a:moveTo>
                <a:cubicBezTo>
                  <a:pt x="173524" y="-8028"/>
                  <a:pt x="364955" y="35966"/>
                  <a:pt x="474069" y="0"/>
                </a:cubicBezTo>
                <a:cubicBezTo>
                  <a:pt x="583183" y="-35966"/>
                  <a:pt x="751506" y="43804"/>
                  <a:pt x="962800" y="0"/>
                </a:cubicBezTo>
                <a:cubicBezTo>
                  <a:pt x="1174094" y="-43804"/>
                  <a:pt x="1237060" y="24544"/>
                  <a:pt x="1466193" y="0"/>
                </a:cubicBezTo>
                <a:cubicBezTo>
                  <a:pt x="1504420" y="119633"/>
                  <a:pt x="1452435" y="224431"/>
                  <a:pt x="1466193" y="407276"/>
                </a:cubicBezTo>
                <a:cubicBezTo>
                  <a:pt x="1479951" y="590121"/>
                  <a:pt x="1431560" y="648246"/>
                  <a:pt x="1466193" y="814552"/>
                </a:cubicBezTo>
                <a:cubicBezTo>
                  <a:pt x="1357701" y="826290"/>
                  <a:pt x="1202814" y="766663"/>
                  <a:pt x="977462" y="814552"/>
                </a:cubicBezTo>
                <a:cubicBezTo>
                  <a:pt x="752110" y="862441"/>
                  <a:pt x="670207" y="803018"/>
                  <a:pt x="518055" y="814552"/>
                </a:cubicBezTo>
                <a:cubicBezTo>
                  <a:pt x="365903" y="826086"/>
                  <a:pt x="137490" y="753295"/>
                  <a:pt x="0" y="814552"/>
                </a:cubicBezTo>
                <a:cubicBezTo>
                  <a:pt x="-19584" y="701059"/>
                  <a:pt x="42907" y="576600"/>
                  <a:pt x="0" y="415422"/>
                </a:cubicBezTo>
                <a:cubicBezTo>
                  <a:pt x="-42907" y="254244"/>
                  <a:pt x="20251" y="134352"/>
                  <a:pt x="0" y="0"/>
                </a:cubicBezTo>
                <a:close/>
              </a:path>
              <a:path w="1466193" h="814552" stroke="0" extrusionOk="0">
                <a:moveTo>
                  <a:pt x="0" y="0"/>
                </a:moveTo>
                <a:cubicBezTo>
                  <a:pt x="132485" y="-55428"/>
                  <a:pt x="242322" y="7829"/>
                  <a:pt x="474069" y="0"/>
                </a:cubicBezTo>
                <a:cubicBezTo>
                  <a:pt x="705816" y="-7829"/>
                  <a:pt x="706230" y="47850"/>
                  <a:pt x="918814" y="0"/>
                </a:cubicBezTo>
                <a:cubicBezTo>
                  <a:pt x="1131399" y="-47850"/>
                  <a:pt x="1262685" y="6387"/>
                  <a:pt x="1466193" y="0"/>
                </a:cubicBezTo>
                <a:cubicBezTo>
                  <a:pt x="1504994" y="80227"/>
                  <a:pt x="1462343" y="318885"/>
                  <a:pt x="1466193" y="399130"/>
                </a:cubicBezTo>
                <a:cubicBezTo>
                  <a:pt x="1470043" y="479375"/>
                  <a:pt x="1456361" y="629056"/>
                  <a:pt x="1466193" y="814552"/>
                </a:cubicBezTo>
                <a:cubicBezTo>
                  <a:pt x="1322997" y="826391"/>
                  <a:pt x="1127015" y="795120"/>
                  <a:pt x="1006786" y="814552"/>
                </a:cubicBezTo>
                <a:cubicBezTo>
                  <a:pt x="886557" y="833984"/>
                  <a:pt x="711088" y="776756"/>
                  <a:pt x="547379" y="814552"/>
                </a:cubicBezTo>
                <a:cubicBezTo>
                  <a:pt x="383670" y="852348"/>
                  <a:pt x="163768" y="804477"/>
                  <a:pt x="0" y="814552"/>
                </a:cubicBezTo>
                <a:cubicBezTo>
                  <a:pt x="-32565" y="659571"/>
                  <a:pt x="24449" y="591407"/>
                  <a:pt x="0" y="431713"/>
                </a:cubicBezTo>
                <a:cubicBezTo>
                  <a:pt x="-24449" y="272019"/>
                  <a:pt x="36461" y="127556"/>
                  <a:pt x="0" y="0"/>
                </a:cubicBezTo>
                <a:close/>
              </a:path>
            </a:pathLst>
          </a:custGeom>
          <a:solidFill>
            <a:schemeClr val="lt1">
              <a:alpha val="91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Gregorian-Calendar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(1800)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165706-489F-B90B-7C7F-1D1A496DBE8E}"/>
              </a:ext>
            </a:extLst>
          </p:cNvPr>
          <p:cNvCxnSpPr>
            <a:cxnSpLocks/>
            <a:stCxn id="61" idx="0"/>
            <a:endCxn id="5" idx="2"/>
          </p:cNvCxnSpPr>
          <p:nvPr/>
        </p:nvCxnSpPr>
        <p:spPr>
          <a:xfrm flipV="1">
            <a:off x="1982485" y="3230918"/>
            <a:ext cx="1653410" cy="453943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406E5A6-B8FD-120A-C22B-A2002F3520C4}"/>
              </a:ext>
            </a:extLst>
          </p:cNvPr>
          <p:cNvGrpSpPr/>
          <p:nvPr/>
        </p:nvGrpSpPr>
        <p:grpSpPr>
          <a:xfrm>
            <a:off x="2902798" y="2389875"/>
            <a:ext cx="1466193" cy="841043"/>
            <a:chOff x="3479933" y="1075240"/>
            <a:chExt cx="1466193" cy="8410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0C54BF-74FC-3782-7E21-EDADA008454D}"/>
                </a:ext>
              </a:extLst>
            </p:cNvPr>
            <p:cNvSpPr/>
            <p:nvPr/>
          </p:nvSpPr>
          <p:spPr>
            <a:xfrm>
              <a:off x="3479933" y="1101731"/>
              <a:ext cx="1466193" cy="814552"/>
            </a:xfrm>
            <a:prstGeom prst="rect">
              <a:avLst/>
            </a:prstGeom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Registry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(Vol. 11-12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9C5581D-634F-8522-6A62-8041E2B63CCD}"/>
                </a:ext>
              </a:extLst>
            </p:cNvPr>
            <p:cNvSpPr/>
            <p:nvPr/>
          </p:nvSpPr>
          <p:spPr>
            <a:xfrm>
              <a:off x="3759969" y="1075240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3" name="Oval 122">
            <a:extLst>
              <a:ext uri="{FF2B5EF4-FFF2-40B4-BE49-F238E27FC236}">
                <a16:creationId xmlns:a16="http://schemas.microsoft.com/office/drawing/2014/main" id="{C7ADFDAA-A2D6-D5DD-10FF-BEFF4C94E66F}"/>
              </a:ext>
            </a:extLst>
          </p:cNvPr>
          <p:cNvSpPr/>
          <p:nvPr/>
        </p:nvSpPr>
        <p:spPr>
          <a:xfrm>
            <a:off x="7272774" y="5911990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D690F6F5-1508-6C09-5CAB-7AA355C65967}"/>
              </a:ext>
            </a:extLst>
          </p:cNvPr>
          <p:cNvSpPr/>
          <p:nvPr/>
        </p:nvSpPr>
        <p:spPr>
          <a:xfrm>
            <a:off x="6449578" y="2730224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6A77DFAC-0E26-17FF-1A02-A281563CE4FE}"/>
              </a:ext>
            </a:extLst>
          </p:cNvPr>
          <p:cNvSpPr/>
          <p:nvPr/>
        </p:nvSpPr>
        <p:spPr>
          <a:xfrm>
            <a:off x="4323876" y="273022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8F888E5-60E3-7D13-DA25-2907EFA998E3}"/>
              </a:ext>
            </a:extLst>
          </p:cNvPr>
          <p:cNvSpPr txBox="1"/>
          <p:nvPr/>
        </p:nvSpPr>
        <p:spPr>
          <a:xfrm>
            <a:off x="3146499" y="3299544"/>
            <a:ext cx="840295" cy="27699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Subtypes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4779A5E-0FF2-A8E1-17FE-3894C2C25DC2}"/>
              </a:ext>
            </a:extLst>
          </p:cNvPr>
          <p:cNvCxnSpPr>
            <a:cxnSpLocks/>
            <a:stCxn id="30" idx="6"/>
            <a:endCxn id="35" idx="2"/>
          </p:cNvCxnSpPr>
          <p:nvPr/>
        </p:nvCxnSpPr>
        <p:spPr>
          <a:xfrm>
            <a:off x="8129435" y="2801488"/>
            <a:ext cx="370829" cy="32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DFB06F4A-FA12-AEB1-8BAE-4617CE134D30}"/>
              </a:ext>
            </a:extLst>
          </p:cNvPr>
          <p:cNvGrpSpPr/>
          <p:nvPr/>
        </p:nvGrpSpPr>
        <p:grpSpPr>
          <a:xfrm>
            <a:off x="8624452" y="2374212"/>
            <a:ext cx="1466193" cy="837412"/>
            <a:chOff x="10017240" y="4696905"/>
            <a:chExt cx="1466193" cy="8374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69CD3E-F931-499A-88B9-75EA52E92AAA}"/>
                </a:ext>
              </a:extLst>
            </p:cNvPr>
            <p:cNvSpPr/>
            <p:nvPr/>
          </p:nvSpPr>
          <p:spPr>
            <a:xfrm>
              <a:off x="10017240" y="4719765"/>
              <a:ext cx="1466193" cy="814552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Diary-Page/</a:t>
              </a:r>
              <a:b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Section-Text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BD782E5-46C5-E381-E6EF-FEC23CF25375}"/>
                </a:ext>
              </a:extLst>
            </p:cNvPr>
            <p:cNvSpPr/>
            <p:nvPr/>
          </p:nvSpPr>
          <p:spPr>
            <a:xfrm>
              <a:off x="10238359" y="4696905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206E6A52-9E8C-AD97-CC27-C8495F3F7476}"/>
              </a:ext>
            </a:extLst>
          </p:cNvPr>
          <p:cNvSpPr/>
          <p:nvPr/>
        </p:nvSpPr>
        <p:spPr>
          <a:xfrm>
            <a:off x="9281551" y="3142679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F9CC03D-7E34-C02B-33D0-CF741502F49E}"/>
              </a:ext>
            </a:extLst>
          </p:cNvPr>
          <p:cNvSpPr/>
          <p:nvPr/>
        </p:nvSpPr>
        <p:spPr>
          <a:xfrm>
            <a:off x="7936522" y="270968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6B6B2D5-7277-47E6-7D17-7AFDD1C6907B}"/>
              </a:ext>
            </a:extLst>
          </p:cNvPr>
          <p:cNvSpPr/>
          <p:nvPr/>
        </p:nvSpPr>
        <p:spPr>
          <a:xfrm>
            <a:off x="8500264" y="270971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74DBB65-7C44-63A4-5E73-8675A0CA7FDA}"/>
              </a:ext>
            </a:extLst>
          </p:cNvPr>
          <p:cNvSpPr/>
          <p:nvPr/>
        </p:nvSpPr>
        <p:spPr>
          <a:xfrm>
            <a:off x="3862040" y="437123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063D13B-4FAD-76FC-EFF1-8C76E546CCD4}"/>
              </a:ext>
            </a:extLst>
          </p:cNvPr>
          <p:cNvSpPr/>
          <p:nvPr/>
        </p:nvSpPr>
        <p:spPr>
          <a:xfrm>
            <a:off x="7974006" y="549428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B5E299F9-DEC9-8727-4817-7F28673A7AD3}"/>
              </a:ext>
            </a:extLst>
          </p:cNvPr>
          <p:cNvCxnSpPr>
            <a:cxnSpLocks/>
            <a:stCxn id="25" idx="4"/>
            <a:endCxn id="95" idx="6"/>
          </p:cNvCxnSpPr>
          <p:nvPr/>
        </p:nvCxnSpPr>
        <p:spPr>
          <a:xfrm rot="5400000">
            <a:off x="7642563" y="3850645"/>
            <a:ext cx="2259802" cy="121108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8825E7E-017B-E342-D3CE-E9B51C246888}"/>
              </a:ext>
            </a:extLst>
          </p:cNvPr>
          <p:cNvSpPr txBox="1"/>
          <p:nvPr/>
        </p:nvSpPr>
        <p:spPr>
          <a:xfrm>
            <a:off x="307551" y="0"/>
            <a:ext cx="9039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3200" b="1" dirty="0"/>
              <a:t>Semantisk model for HCA Repository v0.x*</a:t>
            </a:r>
          </a:p>
          <a:p>
            <a:r>
              <a:rPr lang="da-DK" sz="3200" b="1" dirty="0"/>
              <a:t>Udlede Star-</a:t>
            </a:r>
            <a:r>
              <a:rPr lang="da-DK" sz="3200" b="1" dirty="0" err="1"/>
              <a:t>Schema</a:t>
            </a:r>
            <a:endParaRPr lang="da-DK" sz="3200" b="1" dirty="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BF60E2A-6998-0450-777F-C94A3F47B3CE}"/>
              </a:ext>
            </a:extLst>
          </p:cNvPr>
          <p:cNvSpPr/>
          <p:nvPr/>
        </p:nvSpPr>
        <p:spPr>
          <a:xfrm>
            <a:off x="2207439" y="4401687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A412CA1-DD4B-7262-1C0D-6391CD28F526}"/>
              </a:ext>
            </a:extLst>
          </p:cNvPr>
          <p:cNvSpPr/>
          <p:nvPr/>
        </p:nvSpPr>
        <p:spPr>
          <a:xfrm>
            <a:off x="3157107" y="4409114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66600B4F-00AF-2F36-8FED-942D2E2E0238}"/>
              </a:ext>
            </a:extLst>
          </p:cNvPr>
          <p:cNvCxnSpPr>
            <a:cxnSpLocks/>
            <a:stCxn id="121" idx="4"/>
            <a:endCxn id="122" idx="4"/>
          </p:cNvCxnSpPr>
          <p:nvPr/>
        </p:nvCxnSpPr>
        <p:spPr>
          <a:xfrm rot="16200000" flipH="1">
            <a:off x="2775017" y="4114175"/>
            <a:ext cx="7427" cy="949668"/>
          </a:xfrm>
          <a:prstGeom prst="bentConnector3">
            <a:avLst>
              <a:gd name="adj1" fmla="val 75384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022575C7-5DEF-0D94-18FE-70F112C304A7}"/>
              </a:ext>
            </a:extLst>
          </p:cNvPr>
          <p:cNvSpPr txBox="1"/>
          <p:nvPr/>
        </p:nvSpPr>
        <p:spPr>
          <a:xfrm>
            <a:off x="2363688" y="4903194"/>
            <a:ext cx="1069652" cy="4616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Sørens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Artist register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0E3B38-993F-721A-2EE4-B6DCCB9A6872}"/>
              </a:ext>
            </a:extLst>
          </p:cNvPr>
          <p:cNvSpPr txBox="1"/>
          <p:nvPr/>
        </p:nvSpPr>
        <p:spPr>
          <a:xfrm>
            <a:off x="2674120" y="1618410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b="1" dirty="0">
                <a:solidFill>
                  <a:srgbClr val="6FB656"/>
                </a:solidFill>
              </a:rPr>
              <a:t>Registry Repository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E76D65-63DC-8436-2DFC-753FC33587E3}"/>
              </a:ext>
            </a:extLst>
          </p:cNvPr>
          <p:cNvSpPr txBox="1"/>
          <p:nvPr/>
        </p:nvSpPr>
        <p:spPr>
          <a:xfrm>
            <a:off x="7770867" y="1621635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b="1" dirty="0" err="1">
                <a:solidFill>
                  <a:srgbClr val="6FB656"/>
                </a:solidFill>
              </a:rPr>
              <a:t>Diary</a:t>
            </a:r>
            <a:r>
              <a:rPr lang="da-DK" b="1" dirty="0">
                <a:solidFill>
                  <a:srgbClr val="6FB656"/>
                </a:solidFill>
              </a:rPr>
              <a:t> Repository</a:t>
            </a:r>
          </a:p>
        </p:txBody>
      </p:sp>
      <p:pic>
        <p:nvPicPr>
          <p:cNvPr id="12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C4A832BC-FBCF-E493-D7F2-4923F1367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365910" y="1979437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Rectangle 117">
            <a:extLst>
              <a:ext uri="{FF2B5EF4-FFF2-40B4-BE49-F238E27FC236}">
                <a16:creationId xmlns:a16="http://schemas.microsoft.com/office/drawing/2014/main" id="{89A2EDD5-9B63-F361-B33E-46BB09C88840}"/>
              </a:ext>
            </a:extLst>
          </p:cNvPr>
          <p:cNvSpPr/>
          <p:nvPr/>
        </p:nvSpPr>
        <p:spPr>
          <a:xfrm>
            <a:off x="557064" y="4768112"/>
            <a:ext cx="1636647" cy="7200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50" dirty="0">
                <a:solidFill>
                  <a:srgbClr val="002060"/>
                </a:solidFill>
              </a:rPr>
              <a:t>M-M </a:t>
            </a:r>
            <a:r>
              <a:rPr lang="da-DK" sz="1050" dirty="0" err="1">
                <a:solidFill>
                  <a:srgbClr val="002060"/>
                </a:solidFill>
              </a:rPr>
              <a:t>relationship</a:t>
            </a:r>
            <a:r>
              <a:rPr lang="da-DK" sz="1050" dirty="0">
                <a:solidFill>
                  <a:srgbClr val="002060"/>
                </a:solidFill>
              </a:rPr>
              <a:t> mellem Work-</a:t>
            </a:r>
            <a:r>
              <a:rPr lang="da-DK" sz="1050" dirty="0" err="1">
                <a:solidFill>
                  <a:srgbClr val="002060"/>
                </a:solidFill>
              </a:rPr>
              <a:t>Reg</a:t>
            </a:r>
            <a:r>
              <a:rPr lang="da-DK" sz="1050" dirty="0">
                <a:solidFill>
                  <a:srgbClr val="002060"/>
                </a:solidFill>
              </a:rPr>
              <a:t> og Place/Location</a:t>
            </a:r>
            <a:br>
              <a:rPr lang="da-DK" sz="1050" dirty="0">
                <a:solidFill>
                  <a:srgbClr val="002060"/>
                </a:solidFill>
              </a:rPr>
            </a:br>
            <a:r>
              <a:rPr lang="da-DK" sz="1050" dirty="0">
                <a:solidFill>
                  <a:srgbClr val="002060"/>
                </a:solidFill>
              </a:rPr>
              <a:t>(Sørens 2. register)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3D3399B-54D5-60D4-3E9B-9D803F17C148}"/>
              </a:ext>
            </a:extLst>
          </p:cNvPr>
          <p:cNvCxnSpPr>
            <a:cxnSpLocks/>
            <a:stCxn id="50" idx="4"/>
            <a:endCxn id="18" idx="4"/>
          </p:cNvCxnSpPr>
          <p:nvPr/>
        </p:nvCxnSpPr>
        <p:spPr>
          <a:xfrm rot="16200000" flipH="1">
            <a:off x="4707682" y="3805661"/>
            <a:ext cx="25550" cy="1523921"/>
          </a:xfrm>
          <a:prstGeom prst="bentConnector3">
            <a:avLst>
              <a:gd name="adj1" fmla="val 238955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02A4E88-BF8C-8410-F2CB-AC4DA1B9EA35}"/>
              </a:ext>
            </a:extLst>
          </p:cNvPr>
          <p:cNvSpPr/>
          <p:nvPr/>
        </p:nvSpPr>
        <p:spPr>
          <a:xfrm>
            <a:off x="5385961" y="439678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D8F823-4DB6-A6F9-8867-8596E9ACCF21}"/>
              </a:ext>
            </a:extLst>
          </p:cNvPr>
          <p:cNvSpPr txBox="1"/>
          <p:nvPr/>
        </p:nvSpPr>
        <p:spPr>
          <a:xfrm>
            <a:off x="4210413" y="4973456"/>
            <a:ext cx="1020087" cy="4616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Sørens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Sted register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1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C2D4C4C9-EFFE-3553-BD30-E49AC3E7BA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10240714" y="1987742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2C7C91-4884-6789-F4CA-3CAD174507D3}"/>
              </a:ext>
            </a:extLst>
          </p:cNvPr>
          <p:cNvSpPr txBox="1"/>
          <p:nvPr/>
        </p:nvSpPr>
        <p:spPr>
          <a:xfrm>
            <a:off x="10394942" y="6160884"/>
            <a:ext cx="771365" cy="46166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Sørens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prstClr val="black"/>
                </a:solidFill>
                <a:highlight>
                  <a:srgbClr val="FFFF00"/>
                </a:highlight>
                <a:latin typeface="Aptos" panose="02110004020202020204"/>
              </a:rPr>
              <a:t>Almanak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956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584AA-B772-ECD6-66B9-33CEE057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F280F43-D396-08F8-2626-B3D3E83E4E7D}"/>
              </a:ext>
            </a:extLst>
          </p:cNvPr>
          <p:cNvSpPr/>
          <p:nvPr/>
        </p:nvSpPr>
        <p:spPr>
          <a:xfrm>
            <a:off x="7485706" y="2072640"/>
            <a:ext cx="2946162" cy="3010486"/>
          </a:xfrm>
          <a:custGeom>
            <a:avLst/>
            <a:gdLst>
              <a:gd name="csX0" fmla="*/ 0 w 2946162"/>
              <a:gd name="csY0" fmla="*/ 208117 h 3010486"/>
              <a:gd name="csX1" fmla="*/ 208117 w 2946162"/>
              <a:gd name="csY1" fmla="*/ 0 h 3010486"/>
              <a:gd name="csX2" fmla="*/ 764701 w 2946162"/>
              <a:gd name="csY2" fmla="*/ 0 h 3010486"/>
              <a:gd name="csX3" fmla="*/ 1245387 w 2946162"/>
              <a:gd name="csY3" fmla="*/ 0 h 3010486"/>
              <a:gd name="csX4" fmla="*/ 1700775 w 2946162"/>
              <a:gd name="csY4" fmla="*/ 0 h 3010486"/>
              <a:gd name="csX5" fmla="*/ 2232059 w 2946162"/>
              <a:gd name="csY5" fmla="*/ 0 h 3010486"/>
              <a:gd name="csX6" fmla="*/ 2738045 w 2946162"/>
              <a:gd name="csY6" fmla="*/ 0 h 3010486"/>
              <a:gd name="csX7" fmla="*/ 2946162 w 2946162"/>
              <a:gd name="csY7" fmla="*/ 208117 h 3010486"/>
              <a:gd name="csX8" fmla="*/ 2946162 w 2946162"/>
              <a:gd name="csY8" fmla="*/ 726967 h 3010486"/>
              <a:gd name="csX9" fmla="*/ 2946162 w 2946162"/>
              <a:gd name="csY9" fmla="*/ 1167990 h 3010486"/>
              <a:gd name="csX10" fmla="*/ 2946162 w 2946162"/>
              <a:gd name="csY10" fmla="*/ 1686841 h 3010486"/>
              <a:gd name="csX11" fmla="*/ 2946162 w 2946162"/>
              <a:gd name="csY11" fmla="*/ 2205691 h 3010486"/>
              <a:gd name="csX12" fmla="*/ 2946162 w 2946162"/>
              <a:gd name="csY12" fmla="*/ 2802369 h 3010486"/>
              <a:gd name="csX13" fmla="*/ 2738045 w 2946162"/>
              <a:gd name="csY13" fmla="*/ 3010486 h 3010486"/>
              <a:gd name="csX14" fmla="*/ 2232059 w 2946162"/>
              <a:gd name="csY14" fmla="*/ 3010486 h 3010486"/>
              <a:gd name="csX15" fmla="*/ 1726074 w 2946162"/>
              <a:gd name="csY15" fmla="*/ 3010486 h 3010486"/>
              <a:gd name="csX16" fmla="*/ 1169490 w 2946162"/>
              <a:gd name="csY16" fmla="*/ 3010486 h 3010486"/>
              <a:gd name="csX17" fmla="*/ 663504 w 2946162"/>
              <a:gd name="csY17" fmla="*/ 3010486 h 3010486"/>
              <a:gd name="csX18" fmla="*/ 208117 w 2946162"/>
              <a:gd name="csY18" fmla="*/ 3010486 h 3010486"/>
              <a:gd name="csX19" fmla="*/ 0 w 2946162"/>
              <a:gd name="csY19" fmla="*/ 2802369 h 3010486"/>
              <a:gd name="csX20" fmla="*/ 0 w 2946162"/>
              <a:gd name="csY20" fmla="*/ 2257576 h 3010486"/>
              <a:gd name="csX21" fmla="*/ 0 w 2946162"/>
              <a:gd name="csY21" fmla="*/ 1790611 h 3010486"/>
              <a:gd name="csX22" fmla="*/ 0 w 2946162"/>
              <a:gd name="csY22" fmla="*/ 1271760 h 3010486"/>
              <a:gd name="csX23" fmla="*/ 0 w 2946162"/>
              <a:gd name="csY23" fmla="*/ 830737 h 3010486"/>
              <a:gd name="csX24" fmla="*/ 0 w 2946162"/>
              <a:gd name="csY24" fmla="*/ 208117 h 3010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946162" h="3010486" extrusionOk="0">
                <a:moveTo>
                  <a:pt x="0" y="208117"/>
                </a:moveTo>
                <a:cubicBezTo>
                  <a:pt x="-28969" y="75309"/>
                  <a:pt x="62306" y="11586"/>
                  <a:pt x="208117" y="0"/>
                </a:cubicBezTo>
                <a:cubicBezTo>
                  <a:pt x="462359" y="-51041"/>
                  <a:pt x="497673" y="55114"/>
                  <a:pt x="764701" y="0"/>
                </a:cubicBezTo>
                <a:cubicBezTo>
                  <a:pt x="1031729" y="-55114"/>
                  <a:pt x="1048979" y="47256"/>
                  <a:pt x="1245387" y="0"/>
                </a:cubicBezTo>
                <a:cubicBezTo>
                  <a:pt x="1441795" y="-47256"/>
                  <a:pt x="1506737" y="3896"/>
                  <a:pt x="1700775" y="0"/>
                </a:cubicBezTo>
                <a:cubicBezTo>
                  <a:pt x="1894813" y="-3896"/>
                  <a:pt x="2069063" y="50291"/>
                  <a:pt x="2232059" y="0"/>
                </a:cubicBezTo>
                <a:cubicBezTo>
                  <a:pt x="2395055" y="-50291"/>
                  <a:pt x="2487158" y="28199"/>
                  <a:pt x="2738045" y="0"/>
                </a:cubicBezTo>
                <a:cubicBezTo>
                  <a:pt x="2865548" y="-20444"/>
                  <a:pt x="2924972" y="111799"/>
                  <a:pt x="2946162" y="208117"/>
                </a:cubicBezTo>
                <a:cubicBezTo>
                  <a:pt x="2996677" y="446350"/>
                  <a:pt x="2945649" y="521171"/>
                  <a:pt x="2946162" y="726967"/>
                </a:cubicBezTo>
                <a:cubicBezTo>
                  <a:pt x="2946675" y="932763"/>
                  <a:pt x="2897653" y="1078566"/>
                  <a:pt x="2946162" y="1167990"/>
                </a:cubicBezTo>
                <a:cubicBezTo>
                  <a:pt x="2994671" y="1257414"/>
                  <a:pt x="2897839" y="1555627"/>
                  <a:pt x="2946162" y="1686841"/>
                </a:cubicBezTo>
                <a:cubicBezTo>
                  <a:pt x="2994485" y="1818055"/>
                  <a:pt x="2888764" y="1996844"/>
                  <a:pt x="2946162" y="2205691"/>
                </a:cubicBezTo>
                <a:cubicBezTo>
                  <a:pt x="3003560" y="2414538"/>
                  <a:pt x="2941345" y="2616512"/>
                  <a:pt x="2946162" y="2802369"/>
                </a:cubicBezTo>
                <a:cubicBezTo>
                  <a:pt x="2960752" y="2935181"/>
                  <a:pt x="2863046" y="3001677"/>
                  <a:pt x="2738045" y="3010486"/>
                </a:cubicBezTo>
                <a:cubicBezTo>
                  <a:pt x="2564706" y="3036874"/>
                  <a:pt x="2370191" y="2956334"/>
                  <a:pt x="2232059" y="3010486"/>
                </a:cubicBezTo>
                <a:cubicBezTo>
                  <a:pt x="2093927" y="3064638"/>
                  <a:pt x="1876082" y="2967495"/>
                  <a:pt x="1726074" y="3010486"/>
                </a:cubicBezTo>
                <a:cubicBezTo>
                  <a:pt x="1576066" y="3053477"/>
                  <a:pt x="1363941" y="2976000"/>
                  <a:pt x="1169490" y="3010486"/>
                </a:cubicBezTo>
                <a:cubicBezTo>
                  <a:pt x="975039" y="3044972"/>
                  <a:pt x="798371" y="3010310"/>
                  <a:pt x="663504" y="3010486"/>
                </a:cubicBezTo>
                <a:cubicBezTo>
                  <a:pt x="528637" y="3010662"/>
                  <a:pt x="399813" y="2998626"/>
                  <a:pt x="208117" y="3010486"/>
                </a:cubicBezTo>
                <a:cubicBezTo>
                  <a:pt x="76178" y="3011186"/>
                  <a:pt x="13238" y="2893445"/>
                  <a:pt x="0" y="2802369"/>
                </a:cubicBezTo>
                <a:cubicBezTo>
                  <a:pt x="-21848" y="2537064"/>
                  <a:pt x="34377" y="2466555"/>
                  <a:pt x="0" y="2257576"/>
                </a:cubicBezTo>
                <a:cubicBezTo>
                  <a:pt x="-34377" y="2048597"/>
                  <a:pt x="9356" y="1924484"/>
                  <a:pt x="0" y="1790611"/>
                </a:cubicBezTo>
                <a:cubicBezTo>
                  <a:pt x="-9356" y="1656738"/>
                  <a:pt x="45233" y="1409209"/>
                  <a:pt x="0" y="1271760"/>
                </a:cubicBezTo>
                <a:cubicBezTo>
                  <a:pt x="-45233" y="1134311"/>
                  <a:pt x="5402" y="1005653"/>
                  <a:pt x="0" y="830737"/>
                </a:cubicBezTo>
                <a:cubicBezTo>
                  <a:pt x="-5402" y="655821"/>
                  <a:pt x="59262" y="376833"/>
                  <a:pt x="0" y="208117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8019C08-9AAD-4B46-B301-DA51EFCD00FD}"/>
              </a:ext>
            </a:extLst>
          </p:cNvPr>
          <p:cNvSpPr/>
          <p:nvPr/>
        </p:nvSpPr>
        <p:spPr>
          <a:xfrm>
            <a:off x="2544063" y="2147668"/>
            <a:ext cx="4558734" cy="1467730"/>
          </a:xfrm>
          <a:custGeom>
            <a:avLst/>
            <a:gdLst>
              <a:gd name="csX0" fmla="*/ 0 w 4558734"/>
              <a:gd name="csY0" fmla="*/ 103680 h 1467730"/>
              <a:gd name="csX1" fmla="*/ 103680 w 4558734"/>
              <a:gd name="csY1" fmla="*/ 0 h 1467730"/>
              <a:gd name="csX2" fmla="*/ 734629 w 4558734"/>
              <a:gd name="csY2" fmla="*/ 0 h 1467730"/>
              <a:gd name="csX3" fmla="*/ 1235037 w 4558734"/>
              <a:gd name="csY3" fmla="*/ 0 h 1467730"/>
              <a:gd name="csX4" fmla="*/ 1691932 w 4558734"/>
              <a:gd name="csY4" fmla="*/ 0 h 1467730"/>
              <a:gd name="csX5" fmla="*/ 2279367 w 4558734"/>
              <a:gd name="csY5" fmla="*/ 0 h 1467730"/>
              <a:gd name="csX6" fmla="*/ 2779775 w 4558734"/>
              <a:gd name="csY6" fmla="*/ 0 h 1467730"/>
              <a:gd name="csX7" fmla="*/ 3410724 w 4558734"/>
              <a:gd name="csY7" fmla="*/ 0 h 1467730"/>
              <a:gd name="csX8" fmla="*/ 3867619 w 4558734"/>
              <a:gd name="csY8" fmla="*/ 0 h 1467730"/>
              <a:gd name="csX9" fmla="*/ 4455054 w 4558734"/>
              <a:gd name="csY9" fmla="*/ 0 h 1467730"/>
              <a:gd name="csX10" fmla="*/ 4558734 w 4558734"/>
              <a:gd name="csY10" fmla="*/ 103680 h 1467730"/>
              <a:gd name="csX11" fmla="*/ 4558734 w 4558734"/>
              <a:gd name="csY11" fmla="*/ 523803 h 1467730"/>
              <a:gd name="csX12" fmla="*/ 4558734 w 4558734"/>
              <a:gd name="csY12" fmla="*/ 931323 h 1467730"/>
              <a:gd name="csX13" fmla="*/ 4558734 w 4558734"/>
              <a:gd name="csY13" fmla="*/ 1364050 h 1467730"/>
              <a:gd name="csX14" fmla="*/ 4455054 w 4558734"/>
              <a:gd name="csY14" fmla="*/ 1467730 h 1467730"/>
              <a:gd name="csX15" fmla="*/ 3911132 w 4558734"/>
              <a:gd name="csY15" fmla="*/ 1467730 h 1467730"/>
              <a:gd name="csX16" fmla="*/ 3280183 w 4558734"/>
              <a:gd name="csY16" fmla="*/ 1467730 h 1467730"/>
              <a:gd name="csX17" fmla="*/ 2736261 w 4558734"/>
              <a:gd name="csY17" fmla="*/ 1467730 h 1467730"/>
              <a:gd name="csX18" fmla="*/ 2322881 w 4558734"/>
              <a:gd name="csY18" fmla="*/ 1467730 h 1467730"/>
              <a:gd name="csX19" fmla="*/ 1865986 w 4558734"/>
              <a:gd name="csY19" fmla="*/ 1467730 h 1467730"/>
              <a:gd name="csX20" fmla="*/ 1235037 w 4558734"/>
              <a:gd name="csY20" fmla="*/ 1467730 h 1467730"/>
              <a:gd name="csX21" fmla="*/ 691115 w 4558734"/>
              <a:gd name="csY21" fmla="*/ 1467730 h 1467730"/>
              <a:gd name="csX22" fmla="*/ 103680 w 4558734"/>
              <a:gd name="csY22" fmla="*/ 1467730 h 1467730"/>
              <a:gd name="csX23" fmla="*/ 0 w 4558734"/>
              <a:gd name="csY23" fmla="*/ 1364050 h 1467730"/>
              <a:gd name="csX24" fmla="*/ 0 w 4558734"/>
              <a:gd name="csY24" fmla="*/ 943927 h 1467730"/>
              <a:gd name="csX25" fmla="*/ 0 w 4558734"/>
              <a:gd name="csY25" fmla="*/ 523803 h 1467730"/>
              <a:gd name="csX26" fmla="*/ 0 w 4558734"/>
              <a:gd name="csY26" fmla="*/ 103680 h 1467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558734" h="1467730" extrusionOk="0">
                <a:moveTo>
                  <a:pt x="0" y="103680"/>
                </a:moveTo>
                <a:cubicBezTo>
                  <a:pt x="-8471" y="41194"/>
                  <a:pt x="32776" y="5120"/>
                  <a:pt x="103680" y="0"/>
                </a:cubicBezTo>
                <a:cubicBezTo>
                  <a:pt x="257232" y="-16448"/>
                  <a:pt x="570137" y="51234"/>
                  <a:pt x="734629" y="0"/>
                </a:cubicBezTo>
                <a:cubicBezTo>
                  <a:pt x="899121" y="-51234"/>
                  <a:pt x="1054686" y="39160"/>
                  <a:pt x="1235037" y="0"/>
                </a:cubicBezTo>
                <a:cubicBezTo>
                  <a:pt x="1415388" y="-39160"/>
                  <a:pt x="1598946" y="32337"/>
                  <a:pt x="1691932" y="0"/>
                </a:cubicBezTo>
                <a:cubicBezTo>
                  <a:pt x="1784918" y="-32337"/>
                  <a:pt x="2033346" y="43804"/>
                  <a:pt x="2279367" y="0"/>
                </a:cubicBezTo>
                <a:cubicBezTo>
                  <a:pt x="2525389" y="-43804"/>
                  <a:pt x="2678462" y="42631"/>
                  <a:pt x="2779775" y="0"/>
                </a:cubicBezTo>
                <a:cubicBezTo>
                  <a:pt x="2881088" y="-42631"/>
                  <a:pt x="3146738" y="72792"/>
                  <a:pt x="3410724" y="0"/>
                </a:cubicBezTo>
                <a:cubicBezTo>
                  <a:pt x="3674710" y="-72792"/>
                  <a:pt x="3771568" y="30447"/>
                  <a:pt x="3867619" y="0"/>
                </a:cubicBezTo>
                <a:cubicBezTo>
                  <a:pt x="3963670" y="-30447"/>
                  <a:pt x="4302213" y="52233"/>
                  <a:pt x="4455054" y="0"/>
                </a:cubicBezTo>
                <a:cubicBezTo>
                  <a:pt x="4525387" y="3143"/>
                  <a:pt x="4547223" y="44557"/>
                  <a:pt x="4558734" y="103680"/>
                </a:cubicBezTo>
                <a:cubicBezTo>
                  <a:pt x="4583477" y="187726"/>
                  <a:pt x="4515845" y="353207"/>
                  <a:pt x="4558734" y="523803"/>
                </a:cubicBezTo>
                <a:cubicBezTo>
                  <a:pt x="4601623" y="694399"/>
                  <a:pt x="4518759" y="732710"/>
                  <a:pt x="4558734" y="931323"/>
                </a:cubicBezTo>
                <a:cubicBezTo>
                  <a:pt x="4598709" y="1129936"/>
                  <a:pt x="4531729" y="1203367"/>
                  <a:pt x="4558734" y="1364050"/>
                </a:cubicBezTo>
                <a:cubicBezTo>
                  <a:pt x="4560403" y="1419239"/>
                  <a:pt x="4507578" y="1465899"/>
                  <a:pt x="4455054" y="1467730"/>
                </a:cubicBezTo>
                <a:cubicBezTo>
                  <a:pt x="4307819" y="1492119"/>
                  <a:pt x="4130341" y="1438369"/>
                  <a:pt x="3911132" y="1467730"/>
                </a:cubicBezTo>
                <a:cubicBezTo>
                  <a:pt x="3691923" y="1497091"/>
                  <a:pt x="3564303" y="1413930"/>
                  <a:pt x="3280183" y="1467730"/>
                </a:cubicBezTo>
                <a:cubicBezTo>
                  <a:pt x="2996063" y="1521530"/>
                  <a:pt x="2974211" y="1403614"/>
                  <a:pt x="2736261" y="1467730"/>
                </a:cubicBezTo>
                <a:cubicBezTo>
                  <a:pt x="2498311" y="1531846"/>
                  <a:pt x="2477155" y="1455125"/>
                  <a:pt x="2322881" y="1467730"/>
                </a:cubicBezTo>
                <a:cubicBezTo>
                  <a:pt x="2168607" y="1480335"/>
                  <a:pt x="2086174" y="1457064"/>
                  <a:pt x="1865986" y="1467730"/>
                </a:cubicBezTo>
                <a:cubicBezTo>
                  <a:pt x="1645799" y="1478396"/>
                  <a:pt x="1364060" y="1407125"/>
                  <a:pt x="1235037" y="1467730"/>
                </a:cubicBezTo>
                <a:cubicBezTo>
                  <a:pt x="1106014" y="1528335"/>
                  <a:pt x="849481" y="1423298"/>
                  <a:pt x="691115" y="1467730"/>
                </a:cubicBezTo>
                <a:cubicBezTo>
                  <a:pt x="532749" y="1512162"/>
                  <a:pt x="291750" y="1447620"/>
                  <a:pt x="103680" y="1467730"/>
                </a:cubicBezTo>
                <a:cubicBezTo>
                  <a:pt x="46050" y="1457784"/>
                  <a:pt x="15936" y="1424634"/>
                  <a:pt x="0" y="1364050"/>
                </a:cubicBezTo>
                <a:cubicBezTo>
                  <a:pt x="-8993" y="1266847"/>
                  <a:pt x="42888" y="1051460"/>
                  <a:pt x="0" y="943927"/>
                </a:cubicBezTo>
                <a:cubicBezTo>
                  <a:pt x="-42888" y="836394"/>
                  <a:pt x="21679" y="690687"/>
                  <a:pt x="0" y="523803"/>
                </a:cubicBezTo>
                <a:cubicBezTo>
                  <a:pt x="-21679" y="356919"/>
                  <a:pt x="4106" y="237464"/>
                  <a:pt x="0" y="103680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736F188-D52F-4AD0-2F6D-B9433AABFC49}"/>
              </a:ext>
            </a:extLst>
          </p:cNvPr>
          <p:cNvSpPr/>
          <p:nvPr/>
        </p:nvSpPr>
        <p:spPr>
          <a:xfrm>
            <a:off x="6592267" y="2422726"/>
            <a:ext cx="1466193" cy="814552"/>
          </a:xfrm>
          <a:prstGeom prst="rect">
            <a:avLst/>
          </a:prstGeom>
          <a:solidFill>
            <a:schemeClr val="lt1">
              <a:alpha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References-In-Diary-Page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DF50A38-C4A5-182F-9CB7-B94E21F48EE0}"/>
              </a:ext>
            </a:extLst>
          </p:cNvPr>
          <p:cNvCxnSpPr>
            <a:cxnSpLocks/>
            <a:stCxn id="5" idx="3"/>
            <a:endCxn id="146" idx="2"/>
          </p:cNvCxnSpPr>
          <p:nvPr/>
        </p:nvCxnSpPr>
        <p:spPr>
          <a:xfrm flipV="1">
            <a:off x="4368991" y="2822029"/>
            <a:ext cx="2080587" cy="1613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3455E4D4-44D3-79ED-EA3B-35D736B96839}"/>
              </a:ext>
            </a:extLst>
          </p:cNvPr>
          <p:cNvSpPr/>
          <p:nvPr/>
        </p:nvSpPr>
        <p:spPr>
          <a:xfrm>
            <a:off x="6594610" y="3947664"/>
            <a:ext cx="1466193" cy="814552"/>
          </a:xfrm>
          <a:custGeom>
            <a:avLst/>
            <a:gdLst>
              <a:gd name="csX0" fmla="*/ 0 w 1466193"/>
              <a:gd name="csY0" fmla="*/ 0 h 814552"/>
              <a:gd name="csX1" fmla="*/ 474069 w 1466193"/>
              <a:gd name="csY1" fmla="*/ 0 h 814552"/>
              <a:gd name="csX2" fmla="*/ 962800 w 1466193"/>
              <a:gd name="csY2" fmla="*/ 0 h 814552"/>
              <a:gd name="csX3" fmla="*/ 1466193 w 1466193"/>
              <a:gd name="csY3" fmla="*/ 0 h 814552"/>
              <a:gd name="csX4" fmla="*/ 1466193 w 1466193"/>
              <a:gd name="csY4" fmla="*/ 407276 h 814552"/>
              <a:gd name="csX5" fmla="*/ 1466193 w 1466193"/>
              <a:gd name="csY5" fmla="*/ 814552 h 814552"/>
              <a:gd name="csX6" fmla="*/ 977462 w 1466193"/>
              <a:gd name="csY6" fmla="*/ 814552 h 814552"/>
              <a:gd name="csX7" fmla="*/ 518055 w 1466193"/>
              <a:gd name="csY7" fmla="*/ 814552 h 814552"/>
              <a:gd name="csX8" fmla="*/ 0 w 1466193"/>
              <a:gd name="csY8" fmla="*/ 814552 h 814552"/>
              <a:gd name="csX9" fmla="*/ 0 w 1466193"/>
              <a:gd name="csY9" fmla="*/ 415422 h 814552"/>
              <a:gd name="csX10" fmla="*/ 0 w 1466193"/>
              <a:gd name="csY10" fmla="*/ 0 h 814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66193" h="814552" fill="none" extrusionOk="0">
                <a:moveTo>
                  <a:pt x="0" y="0"/>
                </a:moveTo>
                <a:cubicBezTo>
                  <a:pt x="173524" y="-8028"/>
                  <a:pt x="364955" y="35966"/>
                  <a:pt x="474069" y="0"/>
                </a:cubicBezTo>
                <a:cubicBezTo>
                  <a:pt x="583183" y="-35966"/>
                  <a:pt x="751506" y="43804"/>
                  <a:pt x="962800" y="0"/>
                </a:cubicBezTo>
                <a:cubicBezTo>
                  <a:pt x="1174094" y="-43804"/>
                  <a:pt x="1237060" y="24544"/>
                  <a:pt x="1466193" y="0"/>
                </a:cubicBezTo>
                <a:cubicBezTo>
                  <a:pt x="1504420" y="119633"/>
                  <a:pt x="1452435" y="224431"/>
                  <a:pt x="1466193" y="407276"/>
                </a:cubicBezTo>
                <a:cubicBezTo>
                  <a:pt x="1479951" y="590121"/>
                  <a:pt x="1431560" y="648246"/>
                  <a:pt x="1466193" y="814552"/>
                </a:cubicBezTo>
                <a:cubicBezTo>
                  <a:pt x="1357701" y="826290"/>
                  <a:pt x="1202814" y="766663"/>
                  <a:pt x="977462" y="814552"/>
                </a:cubicBezTo>
                <a:cubicBezTo>
                  <a:pt x="752110" y="862441"/>
                  <a:pt x="670207" y="803018"/>
                  <a:pt x="518055" y="814552"/>
                </a:cubicBezTo>
                <a:cubicBezTo>
                  <a:pt x="365903" y="826086"/>
                  <a:pt x="137490" y="753295"/>
                  <a:pt x="0" y="814552"/>
                </a:cubicBezTo>
                <a:cubicBezTo>
                  <a:pt x="-19584" y="701059"/>
                  <a:pt x="42907" y="576600"/>
                  <a:pt x="0" y="415422"/>
                </a:cubicBezTo>
                <a:cubicBezTo>
                  <a:pt x="-42907" y="254244"/>
                  <a:pt x="20251" y="134352"/>
                  <a:pt x="0" y="0"/>
                </a:cubicBezTo>
                <a:close/>
              </a:path>
              <a:path w="1466193" h="814552" stroke="0" extrusionOk="0">
                <a:moveTo>
                  <a:pt x="0" y="0"/>
                </a:moveTo>
                <a:cubicBezTo>
                  <a:pt x="132485" y="-55428"/>
                  <a:pt x="242322" y="7829"/>
                  <a:pt x="474069" y="0"/>
                </a:cubicBezTo>
                <a:cubicBezTo>
                  <a:pt x="705816" y="-7829"/>
                  <a:pt x="706230" y="47850"/>
                  <a:pt x="918814" y="0"/>
                </a:cubicBezTo>
                <a:cubicBezTo>
                  <a:pt x="1131399" y="-47850"/>
                  <a:pt x="1262685" y="6387"/>
                  <a:pt x="1466193" y="0"/>
                </a:cubicBezTo>
                <a:cubicBezTo>
                  <a:pt x="1504994" y="80227"/>
                  <a:pt x="1462343" y="318885"/>
                  <a:pt x="1466193" y="399130"/>
                </a:cubicBezTo>
                <a:cubicBezTo>
                  <a:pt x="1470043" y="479375"/>
                  <a:pt x="1456361" y="629056"/>
                  <a:pt x="1466193" y="814552"/>
                </a:cubicBezTo>
                <a:cubicBezTo>
                  <a:pt x="1322997" y="826391"/>
                  <a:pt x="1127015" y="795120"/>
                  <a:pt x="1006786" y="814552"/>
                </a:cubicBezTo>
                <a:cubicBezTo>
                  <a:pt x="886557" y="833984"/>
                  <a:pt x="711088" y="776756"/>
                  <a:pt x="547379" y="814552"/>
                </a:cubicBezTo>
                <a:cubicBezTo>
                  <a:pt x="383670" y="852348"/>
                  <a:pt x="163768" y="804477"/>
                  <a:pt x="0" y="814552"/>
                </a:cubicBezTo>
                <a:cubicBezTo>
                  <a:pt x="-32565" y="659571"/>
                  <a:pt x="24449" y="591407"/>
                  <a:pt x="0" y="431713"/>
                </a:cubicBezTo>
                <a:cubicBezTo>
                  <a:pt x="-24449" y="272019"/>
                  <a:pt x="36461" y="127556"/>
                  <a:pt x="0" y="0"/>
                </a:cubicBezTo>
                <a:close/>
              </a:path>
            </a:pathLst>
          </a:custGeom>
          <a:solidFill>
            <a:schemeClr val="lt1">
              <a:alpha val="91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Gregorian-Calendar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(1800)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5F87479-137F-E318-D441-340E2B2CF5E1}"/>
              </a:ext>
            </a:extLst>
          </p:cNvPr>
          <p:cNvGrpSpPr/>
          <p:nvPr/>
        </p:nvGrpSpPr>
        <p:grpSpPr>
          <a:xfrm>
            <a:off x="2902798" y="2389875"/>
            <a:ext cx="1466193" cy="841043"/>
            <a:chOff x="3479933" y="1075240"/>
            <a:chExt cx="1466193" cy="8410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116B0D-12D9-3FA9-CF29-D0452FC57B31}"/>
                </a:ext>
              </a:extLst>
            </p:cNvPr>
            <p:cNvSpPr/>
            <p:nvPr/>
          </p:nvSpPr>
          <p:spPr>
            <a:xfrm>
              <a:off x="3479933" y="1101731"/>
              <a:ext cx="1466193" cy="814552"/>
            </a:xfrm>
            <a:prstGeom prst="rect">
              <a:avLst/>
            </a:prstGeom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Registry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(Vol. 11-12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2DB3212-5BBB-FCC3-ED05-35A584E351D3}"/>
                </a:ext>
              </a:extLst>
            </p:cNvPr>
            <p:cNvSpPr/>
            <p:nvPr/>
          </p:nvSpPr>
          <p:spPr>
            <a:xfrm>
              <a:off x="3759969" y="1075240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3" name="Oval 122">
            <a:extLst>
              <a:ext uri="{FF2B5EF4-FFF2-40B4-BE49-F238E27FC236}">
                <a16:creationId xmlns:a16="http://schemas.microsoft.com/office/drawing/2014/main" id="{BA9168FF-1344-D7ED-D72B-E08DA69372AE}"/>
              </a:ext>
            </a:extLst>
          </p:cNvPr>
          <p:cNvSpPr/>
          <p:nvPr/>
        </p:nvSpPr>
        <p:spPr>
          <a:xfrm>
            <a:off x="7272774" y="472562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DEB223B-47AF-3E3A-4FDE-681D803CCCE2}"/>
              </a:ext>
            </a:extLst>
          </p:cNvPr>
          <p:cNvSpPr/>
          <p:nvPr/>
        </p:nvSpPr>
        <p:spPr>
          <a:xfrm>
            <a:off x="6449578" y="2730224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20252A27-BD81-DEBD-7E35-34B1D8F5FC1F}"/>
              </a:ext>
            </a:extLst>
          </p:cNvPr>
          <p:cNvSpPr/>
          <p:nvPr/>
        </p:nvSpPr>
        <p:spPr>
          <a:xfrm>
            <a:off x="4323876" y="273022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D70EFB1-EC6D-06A3-D5B5-C568707B9A42}"/>
              </a:ext>
            </a:extLst>
          </p:cNvPr>
          <p:cNvCxnSpPr>
            <a:cxnSpLocks/>
            <a:stCxn id="30" idx="6"/>
            <a:endCxn id="35" idx="2"/>
          </p:cNvCxnSpPr>
          <p:nvPr/>
        </p:nvCxnSpPr>
        <p:spPr>
          <a:xfrm>
            <a:off x="8129435" y="2801488"/>
            <a:ext cx="370829" cy="32"/>
          </a:xfrm>
          <a:prstGeom prst="bentConnector3">
            <a:avLst>
              <a:gd name="adj1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34E67B9-388B-B546-FFB2-589CF3F5C967}"/>
              </a:ext>
            </a:extLst>
          </p:cNvPr>
          <p:cNvGrpSpPr/>
          <p:nvPr/>
        </p:nvGrpSpPr>
        <p:grpSpPr>
          <a:xfrm>
            <a:off x="8624452" y="2374212"/>
            <a:ext cx="1466193" cy="837412"/>
            <a:chOff x="10017240" y="4696905"/>
            <a:chExt cx="1466193" cy="8374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D92116-50B8-3E93-E82B-B574DBA06D8A}"/>
                </a:ext>
              </a:extLst>
            </p:cNvPr>
            <p:cNvSpPr/>
            <p:nvPr/>
          </p:nvSpPr>
          <p:spPr>
            <a:xfrm>
              <a:off x="10017240" y="4719765"/>
              <a:ext cx="1466193" cy="814552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Diary-Page/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Section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-Text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FD42BFA-964B-1F4C-FB95-8481B6810A2A}"/>
                </a:ext>
              </a:extLst>
            </p:cNvPr>
            <p:cNvSpPr/>
            <p:nvPr/>
          </p:nvSpPr>
          <p:spPr>
            <a:xfrm>
              <a:off x="10238359" y="4696905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FB5EC1F0-FCDE-1D2B-A66B-397646D5DB64}"/>
              </a:ext>
            </a:extLst>
          </p:cNvPr>
          <p:cNvSpPr/>
          <p:nvPr/>
        </p:nvSpPr>
        <p:spPr>
          <a:xfrm>
            <a:off x="9281551" y="3142679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FFD818D-E1D9-E64B-9249-A3AAB6B2FC3D}"/>
              </a:ext>
            </a:extLst>
          </p:cNvPr>
          <p:cNvSpPr/>
          <p:nvPr/>
        </p:nvSpPr>
        <p:spPr>
          <a:xfrm>
            <a:off x="7936522" y="270968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07C6E9-BB0B-1515-2DEE-71961404B6D6}"/>
              </a:ext>
            </a:extLst>
          </p:cNvPr>
          <p:cNvSpPr/>
          <p:nvPr/>
        </p:nvSpPr>
        <p:spPr>
          <a:xfrm>
            <a:off x="8500264" y="2709715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1B8138D-CAFD-7A22-B333-A08B8F5F48EA}"/>
              </a:ext>
            </a:extLst>
          </p:cNvPr>
          <p:cNvSpPr/>
          <p:nvPr/>
        </p:nvSpPr>
        <p:spPr>
          <a:xfrm>
            <a:off x="7974006" y="430792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6D19DCE5-4420-DE19-6DD9-58092121B7D1}"/>
              </a:ext>
            </a:extLst>
          </p:cNvPr>
          <p:cNvCxnSpPr>
            <a:cxnSpLocks/>
            <a:stCxn id="25" idx="4"/>
            <a:endCxn id="95" idx="6"/>
          </p:cNvCxnSpPr>
          <p:nvPr/>
        </p:nvCxnSpPr>
        <p:spPr>
          <a:xfrm rot="5400000">
            <a:off x="8235744" y="3257464"/>
            <a:ext cx="1073440" cy="121108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D55FD35-EABB-4D57-5EF4-8673C10263B2}"/>
              </a:ext>
            </a:extLst>
          </p:cNvPr>
          <p:cNvSpPr txBox="1"/>
          <p:nvPr/>
        </p:nvSpPr>
        <p:spPr>
          <a:xfrm>
            <a:off x="307551" y="0"/>
            <a:ext cx="9039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Semantisk model for HCA Repository v0.</a:t>
            </a:r>
            <a:r>
              <a:rPr lang="da-DK" sz="3200" b="1" dirty="0">
                <a:solidFill>
                  <a:prstClr val="black"/>
                </a:solidFill>
                <a:latin typeface="Aptos" panose="02110004020202020204"/>
              </a:rPr>
              <a:t>82</a:t>
            </a: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</a:t>
            </a:r>
          </a:p>
          <a:p>
            <a:pPr>
              <a:defRPr/>
            </a:pPr>
            <a:r>
              <a:rPr lang="da-DK" sz="3200" b="1" dirty="0"/>
              <a:t>Udlede Star-</a:t>
            </a:r>
            <a:r>
              <a:rPr lang="da-DK" sz="3200" b="1" dirty="0" err="1"/>
              <a:t>Schema</a:t>
            </a:r>
            <a:endParaRPr lang="da-DK" sz="3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652511-15E3-C4F1-1F12-EBDD59652F4A}"/>
              </a:ext>
            </a:extLst>
          </p:cNvPr>
          <p:cNvSpPr txBox="1"/>
          <p:nvPr/>
        </p:nvSpPr>
        <p:spPr>
          <a:xfrm>
            <a:off x="3851117" y="1618410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Registry Repository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044AAC-1F89-0324-4583-A97A0CE22C05}"/>
              </a:ext>
            </a:extLst>
          </p:cNvPr>
          <p:cNvSpPr txBox="1"/>
          <p:nvPr/>
        </p:nvSpPr>
        <p:spPr>
          <a:xfrm>
            <a:off x="7770867" y="1621635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Repository</a:t>
            </a:r>
          </a:p>
        </p:txBody>
      </p:sp>
      <p:pic>
        <p:nvPicPr>
          <p:cNvPr id="12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D59E4264-498D-4EB4-E0F2-53F46A3E5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2435963" y="1979437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553DD422-495B-0D37-6A0A-9E38C33F6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10240714" y="1987742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1BFB367-0998-002A-75FE-FAE9D30C749A}"/>
              </a:ext>
            </a:extLst>
          </p:cNvPr>
          <p:cNvSpPr/>
          <p:nvPr/>
        </p:nvSpPr>
        <p:spPr>
          <a:xfrm>
            <a:off x="2161154" y="3142679"/>
            <a:ext cx="1636647" cy="3364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050" dirty="0">
                <a:solidFill>
                  <a:srgbClr val="002060"/>
                </a:solidFill>
              </a:rPr>
              <a:t>Værk, Sted og Person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03BB4-A901-39EC-C87C-FBA05FBA3B29}"/>
              </a:ext>
            </a:extLst>
          </p:cNvPr>
          <p:cNvSpPr txBox="1"/>
          <p:nvPr/>
        </p:nvSpPr>
        <p:spPr>
          <a:xfrm>
            <a:off x="8868431" y="4399727"/>
            <a:ext cx="1013291" cy="27699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Dagbogsdag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56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A910-3766-B491-17AE-2D8B1A91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DC95C52-20E5-4349-1D66-686F81BE85D2}"/>
              </a:ext>
            </a:extLst>
          </p:cNvPr>
          <p:cNvSpPr/>
          <p:nvPr/>
        </p:nvSpPr>
        <p:spPr>
          <a:xfrm>
            <a:off x="7485706" y="2072640"/>
            <a:ext cx="2946162" cy="3010486"/>
          </a:xfrm>
          <a:custGeom>
            <a:avLst/>
            <a:gdLst>
              <a:gd name="csX0" fmla="*/ 0 w 2946162"/>
              <a:gd name="csY0" fmla="*/ 208117 h 3010486"/>
              <a:gd name="csX1" fmla="*/ 208117 w 2946162"/>
              <a:gd name="csY1" fmla="*/ 0 h 3010486"/>
              <a:gd name="csX2" fmla="*/ 764701 w 2946162"/>
              <a:gd name="csY2" fmla="*/ 0 h 3010486"/>
              <a:gd name="csX3" fmla="*/ 1245387 w 2946162"/>
              <a:gd name="csY3" fmla="*/ 0 h 3010486"/>
              <a:gd name="csX4" fmla="*/ 1700775 w 2946162"/>
              <a:gd name="csY4" fmla="*/ 0 h 3010486"/>
              <a:gd name="csX5" fmla="*/ 2232059 w 2946162"/>
              <a:gd name="csY5" fmla="*/ 0 h 3010486"/>
              <a:gd name="csX6" fmla="*/ 2738045 w 2946162"/>
              <a:gd name="csY6" fmla="*/ 0 h 3010486"/>
              <a:gd name="csX7" fmla="*/ 2946162 w 2946162"/>
              <a:gd name="csY7" fmla="*/ 208117 h 3010486"/>
              <a:gd name="csX8" fmla="*/ 2946162 w 2946162"/>
              <a:gd name="csY8" fmla="*/ 726967 h 3010486"/>
              <a:gd name="csX9" fmla="*/ 2946162 w 2946162"/>
              <a:gd name="csY9" fmla="*/ 1167990 h 3010486"/>
              <a:gd name="csX10" fmla="*/ 2946162 w 2946162"/>
              <a:gd name="csY10" fmla="*/ 1686841 h 3010486"/>
              <a:gd name="csX11" fmla="*/ 2946162 w 2946162"/>
              <a:gd name="csY11" fmla="*/ 2205691 h 3010486"/>
              <a:gd name="csX12" fmla="*/ 2946162 w 2946162"/>
              <a:gd name="csY12" fmla="*/ 2802369 h 3010486"/>
              <a:gd name="csX13" fmla="*/ 2738045 w 2946162"/>
              <a:gd name="csY13" fmla="*/ 3010486 h 3010486"/>
              <a:gd name="csX14" fmla="*/ 2232059 w 2946162"/>
              <a:gd name="csY14" fmla="*/ 3010486 h 3010486"/>
              <a:gd name="csX15" fmla="*/ 1726074 w 2946162"/>
              <a:gd name="csY15" fmla="*/ 3010486 h 3010486"/>
              <a:gd name="csX16" fmla="*/ 1169490 w 2946162"/>
              <a:gd name="csY16" fmla="*/ 3010486 h 3010486"/>
              <a:gd name="csX17" fmla="*/ 663504 w 2946162"/>
              <a:gd name="csY17" fmla="*/ 3010486 h 3010486"/>
              <a:gd name="csX18" fmla="*/ 208117 w 2946162"/>
              <a:gd name="csY18" fmla="*/ 3010486 h 3010486"/>
              <a:gd name="csX19" fmla="*/ 0 w 2946162"/>
              <a:gd name="csY19" fmla="*/ 2802369 h 3010486"/>
              <a:gd name="csX20" fmla="*/ 0 w 2946162"/>
              <a:gd name="csY20" fmla="*/ 2257576 h 3010486"/>
              <a:gd name="csX21" fmla="*/ 0 w 2946162"/>
              <a:gd name="csY21" fmla="*/ 1790611 h 3010486"/>
              <a:gd name="csX22" fmla="*/ 0 w 2946162"/>
              <a:gd name="csY22" fmla="*/ 1271760 h 3010486"/>
              <a:gd name="csX23" fmla="*/ 0 w 2946162"/>
              <a:gd name="csY23" fmla="*/ 830737 h 3010486"/>
              <a:gd name="csX24" fmla="*/ 0 w 2946162"/>
              <a:gd name="csY24" fmla="*/ 208117 h 3010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946162" h="3010486" extrusionOk="0">
                <a:moveTo>
                  <a:pt x="0" y="208117"/>
                </a:moveTo>
                <a:cubicBezTo>
                  <a:pt x="-28969" y="75309"/>
                  <a:pt x="62306" y="11586"/>
                  <a:pt x="208117" y="0"/>
                </a:cubicBezTo>
                <a:cubicBezTo>
                  <a:pt x="462359" y="-51041"/>
                  <a:pt x="497673" y="55114"/>
                  <a:pt x="764701" y="0"/>
                </a:cubicBezTo>
                <a:cubicBezTo>
                  <a:pt x="1031729" y="-55114"/>
                  <a:pt x="1048979" y="47256"/>
                  <a:pt x="1245387" y="0"/>
                </a:cubicBezTo>
                <a:cubicBezTo>
                  <a:pt x="1441795" y="-47256"/>
                  <a:pt x="1506737" y="3896"/>
                  <a:pt x="1700775" y="0"/>
                </a:cubicBezTo>
                <a:cubicBezTo>
                  <a:pt x="1894813" y="-3896"/>
                  <a:pt x="2069063" y="50291"/>
                  <a:pt x="2232059" y="0"/>
                </a:cubicBezTo>
                <a:cubicBezTo>
                  <a:pt x="2395055" y="-50291"/>
                  <a:pt x="2487158" y="28199"/>
                  <a:pt x="2738045" y="0"/>
                </a:cubicBezTo>
                <a:cubicBezTo>
                  <a:pt x="2865548" y="-20444"/>
                  <a:pt x="2924972" y="111799"/>
                  <a:pt x="2946162" y="208117"/>
                </a:cubicBezTo>
                <a:cubicBezTo>
                  <a:pt x="2996677" y="446350"/>
                  <a:pt x="2945649" y="521171"/>
                  <a:pt x="2946162" y="726967"/>
                </a:cubicBezTo>
                <a:cubicBezTo>
                  <a:pt x="2946675" y="932763"/>
                  <a:pt x="2897653" y="1078566"/>
                  <a:pt x="2946162" y="1167990"/>
                </a:cubicBezTo>
                <a:cubicBezTo>
                  <a:pt x="2994671" y="1257414"/>
                  <a:pt x="2897839" y="1555627"/>
                  <a:pt x="2946162" y="1686841"/>
                </a:cubicBezTo>
                <a:cubicBezTo>
                  <a:pt x="2994485" y="1818055"/>
                  <a:pt x="2888764" y="1996844"/>
                  <a:pt x="2946162" y="2205691"/>
                </a:cubicBezTo>
                <a:cubicBezTo>
                  <a:pt x="3003560" y="2414538"/>
                  <a:pt x="2941345" y="2616512"/>
                  <a:pt x="2946162" y="2802369"/>
                </a:cubicBezTo>
                <a:cubicBezTo>
                  <a:pt x="2960752" y="2935181"/>
                  <a:pt x="2863046" y="3001677"/>
                  <a:pt x="2738045" y="3010486"/>
                </a:cubicBezTo>
                <a:cubicBezTo>
                  <a:pt x="2564706" y="3036874"/>
                  <a:pt x="2370191" y="2956334"/>
                  <a:pt x="2232059" y="3010486"/>
                </a:cubicBezTo>
                <a:cubicBezTo>
                  <a:pt x="2093927" y="3064638"/>
                  <a:pt x="1876082" y="2967495"/>
                  <a:pt x="1726074" y="3010486"/>
                </a:cubicBezTo>
                <a:cubicBezTo>
                  <a:pt x="1576066" y="3053477"/>
                  <a:pt x="1363941" y="2976000"/>
                  <a:pt x="1169490" y="3010486"/>
                </a:cubicBezTo>
                <a:cubicBezTo>
                  <a:pt x="975039" y="3044972"/>
                  <a:pt x="798371" y="3010310"/>
                  <a:pt x="663504" y="3010486"/>
                </a:cubicBezTo>
                <a:cubicBezTo>
                  <a:pt x="528637" y="3010662"/>
                  <a:pt x="399813" y="2998626"/>
                  <a:pt x="208117" y="3010486"/>
                </a:cubicBezTo>
                <a:cubicBezTo>
                  <a:pt x="76178" y="3011186"/>
                  <a:pt x="13238" y="2893445"/>
                  <a:pt x="0" y="2802369"/>
                </a:cubicBezTo>
                <a:cubicBezTo>
                  <a:pt x="-21848" y="2537064"/>
                  <a:pt x="34377" y="2466555"/>
                  <a:pt x="0" y="2257576"/>
                </a:cubicBezTo>
                <a:cubicBezTo>
                  <a:pt x="-34377" y="2048597"/>
                  <a:pt x="9356" y="1924484"/>
                  <a:pt x="0" y="1790611"/>
                </a:cubicBezTo>
                <a:cubicBezTo>
                  <a:pt x="-9356" y="1656738"/>
                  <a:pt x="45233" y="1409209"/>
                  <a:pt x="0" y="1271760"/>
                </a:cubicBezTo>
                <a:cubicBezTo>
                  <a:pt x="-45233" y="1134311"/>
                  <a:pt x="5402" y="1005653"/>
                  <a:pt x="0" y="830737"/>
                </a:cubicBezTo>
                <a:cubicBezTo>
                  <a:pt x="-5402" y="655821"/>
                  <a:pt x="59262" y="376833"/>
                  <a:pt x="0" y="208117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759C69C-EBAB-AFB7-5E55-6C94D8B4A010}"/>
              </a:ext>
            </a:extLst>
          </p:cNvPr>
          <p:cNvSpPr/>
          <p:nvPr/>
        </p:nvSpPr>
        <p:spPr>
          <a:xfrm>
            <a:off x="6594610" y="3947664"/>
            <a:ext cx="1466193" cy="814552"/>
          </a:xfrm>
          <a:custGeom>
            <a:avLst/>
            <a:gdLst>
              <a:gd name="csX0" fmla="*/ 0 w 1466193"/>
              <a:gd name="csY0" fmla="*/ 0 h 814552"/>
              <a:gd name="csX1" fmla="*/ 474069 w 1466193"/>
              <a:gd name="csY1" fmla="*/ 0 h 814552"/>
              <a:gd name="csX2" fmla="*/ 962800 w 1466193"/>
              <a:gd name="csY2" fmla="*/ 0 h 814552"/>
              <a:gd name="csX3" fmla="*/ 1466193 w 1466193"/>
              <a:gd name="csY3" fmla="*/ 0 h 814552"/>
              <a:gd name="csX4" fmla="*/ 1466193 w 1466193"/>
              <a:gd name="csY4" fmla="*/ 407276 h 814552"/>
              <a:gd name="csX5" fmla="*/ 1466193 w 1466193"/>
              <a:gd name="csY5" fmla="*/ 814552 h 814552"/>
              <a:gd name="csX6" fmla="*/ 977462 w 1466193"/>
              <a:gd name="csY6" fmla="*/ 814552 h 814552"/>
              <a:gd name="csX7" fmla="*/ 518055 w 1466193"/>
              <a:gd name="csY7" fmla="*/ 814552 h 814552"/>
              <a:gd name="csX8" fmla="*/ 0 w 1466193"/>
              <a:gd name="csY8" fmla="*/ 814552 h 814552"/>
              <a:gd name="csX9" fmla="*/ 0 w 1466193"/>
              <a:gd name="csY9" fmla="*/ 415422 h 814552"/>
              <a:gd name="csX10" fmla="*/ 0 w 1466193"/>
              <a:gd name="csY10" fmla="*/ 0 h 814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66193" h="814552" fill="none" extrusionOk="0">
                <a:moveTo>
                  <a:pt x="0" y="0"/>
                </a:moveTo>
                <a:cubicBezTo>
                  <a:pt x="173524" y="-8028"/>
                  <a:pt x="364955" y="35966"/>
                  <a:pt x="474069" y="0"/>
                </a:cubicBezTo>
                <a:cubicBezTo>
                  <a:pt x="583183" y="-35966"/>
                  <a:pt x="751506" y="43804"/>
                  <a:pt x="962800" y="0"/>
                </a:cubicBezTo>
                <a:cubicBezTo>
                  <a:pt x="1174094" y="-43804"/>
                  <a:pt x="1237060" y="24544"/>
                  <a:pt x="1466193" y="0"/>
                </a:cubicBezTo>
                <a:cubicBezTo>
                  <a:pt x="1504420" y="119633"/>
                  <a:pt x="1452435" y="224431"/>
                  <a:pt x="1466193" y="407276"/>
                </a:cubicBezTo>
                <a:cubicBezTo>
                  <a:pt x="1479951" y="590121"/>
                  <a:pt x="1431560" y="648246"/>
                  <a:pt x="1466193" y="814552"/>
                </a:cubicBezTo>
                <a:cubicBezTo>
                  <a:pt x="1357701" y="826290"/>
                  <a:pt x="1202814" y="766663"/>
                  <a:pt x="977462" y="814552"/>
                </a:cubicBezTo>
                <a:cubicBezTo>
                  <a:pt x="752110" y="862441"/>
                  <a:pt x="670207" y="803018"/>
                  <a:pt x="518055" y="814552"/>
                </a:cubicBezTo>
                <a:cubicBezTo>
                  <a:pt x="365903" y="826086"/>
                  <a:pt x="137490" y="753295"/>
                  <a:pt x="0" y="814552"/>
                </a:cubicBezTo>
                <a:cubicBezTo>
                  <a:pt x="-19584" y="701059"/>
                  <a:pt x="42907" y="576600"/>
                  <a:pt x="0" y="415422"/>
                </a:cubicBezTo>
                <a:cubicBezTo>
                  <a:pt x="-42907" y="254244"/>
                  <a:pt x="20251" y="134352"/>
                  <a:pt x="0" y="0"/>
                </a:cubicBezTo>
                <a:close/>
              </a:path>
              <a:path w="1466193" h="814552" stroke="0" extrusionOk="0">
                <a:moveTo>
                  <a:pt x="0" y="0"/>
                </a:moveTo>
                <a:cubicBezTo>
                  <a:pt x="132485" y="-55428"/>
                  <a:pt x="242322" y="7829"/>
                  <a:pt x="474069" y="0"/>
                </a:cubicBezTo>
                <a:cubicBezTo>
                  <a:pt x="705816" y="-7829"/>
                  <a:pt x="706230" y="47850"/>
                  <a:pt x="918814" y="0"/>
                </a:cubicBezTo>
                <a:cubicBezTo>
                  <a:pt x="1131399" y="-47850"/>
                  <a:pt x="1262685" y="6387"/>
                  <a:pt x="1466193" y="0"/>
                </a:cubicBezTo>
                <a:cubicBezTo>
                  <a:pt x="1504994" y="80227"/>
                  <a:pt x="1462343" y="318885"/>
                  <a:pt x="1466193" y="399130"/>
                </a:cubicBezTo>
                <a:cubicBezTo>
                  <a:pt x="1470043" y="479375"/>
                  <a:pt x="1456361" y="629056"/>
                  <a:pt x="1466193" y="814552"/>
                </a:cubicBezTo>
                <a:cubicBezTo>
                  <a:pt x="1322997" y="826391"/>
                  <a:pt x="1127015" y="795120"/>
                  <a:pt x="1006786" y="814552"/>
                </a:cubicBezTo>
                <a:cubicBezTo>
                  <a:pt x="886557" y="833984"/>
                  <a:pt x="711088" y="776756"/>
                  <a:pt x="547379" y="814552"/>
                </a:cubicBezTo>
                <a:cubicBezTo>
                  <a:pt x="383670" y="852348"/>
                  <a:pt x="163768" y="804477"/>
                  <a:pt x="0" y="814552"/>
                </a:cubicBezTo>
                <a:cubicBezTo>
                  <a:pt x="-32565" y="659571"/>
                  <a:pt x="24449" y="591407"/>
                  <a:pt x="0" y="431713"/>
                </a:cubicBezTo>
                <a:cubicBezTo>
                  <a:pt x="-24449" y="272019"/>
                  <a:pt x="36461" y="127556"/>
                  <a:pt x="0" y="0"/>
                </a:cubicBezTo>
                <a:close/>
              </a:path>
            </a:pathLst>
          </a:custGeom>
          <a:solidFill>
            <a:schemeClr val="lt1">
              <a:alpha val="91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Gregorian-Calendar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(1800)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3D69BB6-90E8-CF9F-E66F-984888FBE94F}"/>
              </a:ext>
            </a:extLst>
          </p:cNvPr>
          <p:cNvSpPr/>
          <p:nvPr/>
        </p:nvSpPr>
        <p:spPr>
          <a:xfrm>
            <a:off x="7272774" y="472562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9734A0-7EA8-E811-0F6E-97DC2AB80614}"/>
              </a:ext>
            </a:extLst>
          </p:cNvPr>
          <p:cNvGrpSpPr/>
          <p:nvPr/>
        </p:nvGrpSpPr>
        <p:grpSpPr>
          <a:xfrm>
            <a:off x="8624452" y="2374212"/>
            <a:ext cx="1466193" cy="837412"/>
            <a:chOff x="10017240" y="4696905"/>
            <a:chExt cx="1466193" cy="8374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2839D7-39EB-25A9-5686-5C05DD552327}"/>
                </a:ext>
              </a:extLst>
            </p:cNvPr>
            <p:cNvSpPr/>
            <p:nvPr/>
          </p:nvSpPr>
          <p:spPr>
            <a:xfrm>
              <a:off x="10017240" y="4719765"/>
              <a:ext cx="1466193" cy="814552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Diary-Page/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Section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-Text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94D06A1-BA09-06BC-790A-E1FC2FCC986B}"/>
                </a:ext>
              </a:extLst>
            </p:cNvPr>
            <p:cNvSpPr/>
            <p:nvPr/>
          </p:nvSpPr>
          <p:spPr>
            <a:xfrm>
              <a:off x="10238359" y="4696905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1E2D61A8-FFDD-E17A-2FA4-45C7BE722D06}"/>
              </a:ext>
            </a:extLst>
          </p:cNvPr>
          <p:cNvSpPr/>
          <p:nvPr/>
        </p:nvSpPr>
        <p:spPr>
          <a:xfrm>
            <a:off x="9281551" y="3142679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D00AA80-AD1E-A8E2-B90F-76A3800DB07D}"/>
              </a:ext>
            </a:extLst>
          </p:cNvPr>
          <p:cNvSpPr/>
          <p:nvPr/>
        </p:nvSpPr>
        <p:spPr>
          <a:xfrm>
            <a:off x="7974006" y="430792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5385A0AE-CF17-38B8-7D07-CE22CCF594FC}"/>
              </a:ext>
            </a:extLst>
          </p:cNvPr>
          <p:cNvCxnSpPr>
            <a:cxnSpLocks/>
            <a:stCxn id="25" idx="4"/>
            <a:endCxn id="95" idx="6"/>
          </p:cNvCxnSpPr>
          <p:nvPr/>
        </p:nvCxnSpPr>
        <p:spPr>
          <a:xfrm rot="5400000">
            <a:off x="8235744" y="3257464"/>
            <a:ext cx="1073440" cy="121108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744DAB1-6A33-A36D-B306-0D68F7E50031}"/>
              </a:ext>
            </a:extLst>
          </p:cNvPr>
          <p:cNvSpPr txBox="1"/>
          <p:nvPr/>
        </p:nvSpPr>
        <p:spPr>
          <a:xfrm>
            <a:off x="307551" y="0"/>
            <a:ext cx="9039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3200" b="1" dirty="0">
                <a:solidFill>
                  <a:prstClr val="black"/>
                </a:solidFill>
                <a:latin typeface="Aptos" panose="02110004020202020204"/>
              </a:rPr>
              <a:t>Star-</a:t>
            </a:r>
            <a:r>
              <a:rPr lang="da-DK" sz="3200" b="1" dirty="0" err="1">
                <a:solidFill>
                  <a:prstClr val="black"/>
                </a:solidFill>
                <a:latin typeface="Aptos" panose="02110004020202020204"/>
              </a:rPr>
              <a:t>Schema</a:t>
            </a:r>
            <a:r>
              <a:rPr lang="da-DK" sz="3200" b="1" dirty="0">
                <a:solidFill>
                  <a:prstClr val="black"/>
                </a:solidFill>
                <a:latin typeface="Aptos" panose="02110004020202020204"/>
              </a:rPr>
              <a:t> med</a:t>
            </a: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Dimensions/Facts model for </a:t>
            </a:r>
            <a:b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HCA Repository v0.91*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9751AB-0717-035E-8B30-2207E0DB6416}"/>
              </a:ext>
            </a:extLst>
          </p:cNvPr>
          <p:cNvSpPr txBox="1"/>
          <p:nvPr/>
        </p:nvSpPr>
        <p:spPr>
          <a:xfrm>
            <a:off x="7770867" y="1621635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Repository</a:t>
            </a:r>
          </a:p>
        </p:txBody>
      </p:sp>
      <p:pic>
        <p:nvPicPr>
          <p:cNvPr id="51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02D88AF1-94C6-FF79-E1FE-19218C8C38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10240714" y="1987742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C3AF28-C201-D5B8-ADB8-891BF6868614}"/>
              </a:ext>
            </a:extLst>
          </p:cNvPr>
          <p:cNvSpPr txBox="1"/>
          <p:nvPr/>
        </p:nvSpPr>
        <p:spPr>
          <a:xfrm>
            <a:off x="8868431" y="4399727"/>
            <a:ext cx="1013291" cy="27699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Dagbogsdag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The diagram illustrates a complex system of interconnected elements representing various aspects of a calendar, including days, dates, months, years, and additional features such as precision and ISO week formats.&#10;&#10;AI-generated content may be incorrect.">
            <a:extLst>
              <a:ext uri="{FF2B5EF4-FFF2-40B4-BE49-F238E27FC236}">
                <a16:creationId xmlns:a16="http://schemas.microsoft.com/office/drawing/2014/main" id="{BBABFCA6-9CF1-C4B6-93F5-D798CDEB4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99" y="2317383"/>
            <a:ext cx="3888496" cy="39810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8A3D88-C920-1924-4F63-4CE614413162}"/>
              </a:ext>
            </a:extLst>
          </p:cNvPr>
          <p:cNvSpPr txBox="1"/>
          <p:nvPr/>
        </p:nvSpPr>
        <p:spPr>
          <a:xfrm>
            <a:off x="735911" y="1903363"/>
            <a:ext cx="41533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Dimension og </a:t>
            </a:r>
            <a:r>
              <a:rPr lang="da-DK" sz="1600" dirty="0" err="1"/>
              <a:t>Fact</a:t>
            </a:r>
            <a:r>
              <a:rPr lang="da-DK" sz="1600" dirty="0"/>
              <a:t> – </a:t>
            </a:r>
            <a:r>
              <a:rPr lang="da-DK" sz="1600" b="1" dirty="0"/>
              <a:t>Power</a:t>
            </a:r>
            <a:r>
              <a:rPr lang="da-DK" sz="1600" dirty="0"/>
              <a:t> </a:t>
            </a:r>
            <a:r>
              <a:rPr lang="da-DK" sz="1600" b="1" dirty="0"/>
              <a:t>Pivot</a:t>
            </a:r>
            <a:r>
              <a:rPr lang="da-DK" sz="1600" dirty="0"/>
              <a:t> Data Model</a:t>
            </a:r>
          </a:p>
        </p:txBody>
      </p:sp>
      <p:pic>
        <p:nvPicPr>
          <p:cNvPr id="5" name="Picture 4" descr="The image displays a table with dates, days, and various text entries, likely representing a diary or journal entry from January 1, 1864.&#10;&#10;AI-generated content may be incorrect.">
            <a:extLst>
              <a:ext uri="{FF2B5EF4-FFF2-40B4-BE49-F238E27FC236}">
                <a16:creationId xmlns:a16="http://schemas.microsoft.com/office/drawing/2014/main" id="{80495743-50E2-A574-E7E5-8DF87B94D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543" y="4399727"/>
            <a:ext cx="2496311" cy="233394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0BEA2C1D-AC96-74F7-F5D2-7BA0209F1553}"/>
              </a:ext>
            </a:extLst>
          </p:cNvPr>
          <p:cNvSpPr/>
          <p:nvPr/>
        </p:nvSpPr>
        <p:spPr>
          <a:xfrm>
            <a:off x="817799" y="4249027"/>
            <a:ext cx="1008269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Dimensions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3C9B58F-F5E6-2C8E-2EC2-F884A5989D32}"/>
              </a:ext>
            </a:extLst>
          </p:cNvPr>
          <p:cNvSpPr/>
          <p:nvPr/>
        </p:nvSpPr>
        <p:spPr>
          <a:xfrm>
            <a:off x="2408282" y="2184213"/>
            <a:ext cx="1008269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Dimensions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B265335-F160-A16F-4280-5994F81E2C9C}"/>
              </a:ext>
            </a:extLst>
          </p:cNvPr>
          <p:cNvSpPr/>
          <p:nvPr/>
        </p:nvSpPr>
        <p:spPr>
          <a:xfrm>
            <a:off x="0" y="2855092"/>
            <a:ext cx="1008269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Facts</a:t>
            </a:r>
          </a:p>
        </p:txBody>
      </p:sp>
    </p:spTree>
    <p:extLst>
      <p:ext uri="{BB962C8B-B14F-4D97-AF65-F5344CB8AC3E}">
        <p14:creationId xmlns:p14="http://schemas.microsoft.com/office/powerpoint/2010/main" val="2496027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2A2B-753D-A3BF-EAC7-8592FB86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F087476-EC6F-D29E-FF36-1CA58FB627B9}"/>
              </a:ext>
            </a:extLst>
          </p:cNvPr>
          <p:cNvSpPr/>
          <p:nvPr/>
        </p:nvSpPr>
        <p:spPr>
          <a:xfrm>
            <a:off x="7485706" y="2072640"/>
            <a:ext cx="2946162" cy="3010486"/>
          </a:xfrm>
          <a:custGeom>
            <a:avLst/>
            <a:gdLst>
              <a:gd name="csX0" fmla="*/ 0 w 2946162"/>
              <a:gd name="csY0" fmla="*/ 208117 h 3010486"/>
              <a:gd name="csX1" fmla="*/ 208117 w 2946162"/>
              <a:gd name="csY1" fmla="*/ 0 h 3010486"/>
              <a:gd name="csX2" fmla="*/ 764701 w 2946162"/>
              <a:gd name="csY2" fmla="*/ 0 h 3010486"/>
              <a:gd name="csX3" fmla="*/ 1245387 w 2946162"/>
              <a:gd name="csY3" fmla="*/ 0 h 3010486"/>
              <a:gd name="csX4" fmla="*/ 1700775 w 2946162"/>
              <a:gd name="csY4" fmla="*/ 0 h 3010486"/>
              <a:gd name="csX5" fmla="*/ 2232059 w 2946162"/>
              <a:gd name="csY5" fmla="*/ 0 h 3010486"/>
              <a:gd name="csX6" fmla="*/ 2738045 w 2946162"/>
              <a:gd name="csY6" fmla="*/ 0 h 3010486"/>
              <a:gd name="csX7" fmla="*/ 2946162 w 2946162"/>
              <a:gd name="csY7" fmla="*/ 208117 h 3010486"/>
              <a:gd name="csX8" fmla="*/ 2946162 w 2946162"/>
              <a:gd name="csY8" fmla="*/ 726967 h 3010486"/>
              <a:gd name="csX9" fmla="*/ 2946162 w 2946162"/>
              <a:gd name="csY9" fmla="*/ 1167990 h 3010486"/>
              <a:gd name="csX10" fmla="*/ 2946162 w 2946162"/>
              <a:gd name="csY10" fmla="*/ 1686841 h 3010486"/>
              <a:gd name="csX11" fmla="*/ 2946162 w 2946162"/>
              <a:gd name="csY11" fmla="*/ 2205691 h 3010486"/>
              <a:gd name="csX12" fmla="*/ 2946162 w 2946162"/>
              <a:gd name="csY12" fmla="*/ 2802369 h 3010486"/>
              <a:gd name="csX13" fmla="*/ 2738045 w 2946162"/>
              <a:gd name="csY13" fmla="*/ 3010486 h 3010486"/>
              <a:gd name="csX14" fmla="*/ 2232059 w 2946162"/>
              <a:gd name="csY14" fmla="*/ 3010486 h 3010486"/>
              <a:gd name="csX15" fmla="*/ 1726074 w 2946162"/>
              <a:gd name="csY15" fmla="*/ 3010486 h 3010486"/>
              <a:gd name="csX16" fmla="*/ 1169490 w 2946162"/>
              <a:gd name="csY16" fmla="*/ 3010486 h 3010486"/>
              <a:gd name="csX17" fmla="*/ 663504 w 2946162"/>
              <a:gd name="csY17" fmla="*/ 3010486 h 3010486"/>
              <a:gd name="csX18" fmla="*/ 208117 w 2946162"/>
              <a:gd name="csY18" fmla="*/ 3010486 h 3010486"/>
              <a:gd name="csX19" fmla="*/ 0 w 2946162"/>
              <a:gd name="csY19" fmla="*/ 2802369 h 3010486"/>
              <a:gd name="csX20" fmla="*/ 0 w 2946162"/>
              <a:gd name="csY20" fmla="*/ 2257576 h 3010486"/>
              <a:gd name="csX21" fmla="*/ 0 w 2946162"/>
              <a:gd name="csY21" fmla="*/ 1790611 h 3010486"/>
              <a:gd name="csX22" fmla="*/ 0 w 2946162"/>
              <a:gd name="csY22" fmla="*/ 1271760 h 3010486"/>
              <a:gd name="csX23" fmla="*/ 0 w 2946162"/>
              <a:gd name="csY23" fmla="*/ 830737 h 3010486"/>
              <a:gd name="csX24" fmla="*/ 0 w 2946162"/>
              <a:gd name="csY24" fmla="*/ 208117 h 3010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946162" h="3010486" extrusionOk="0">
                <a:moveTo>
                  <a:pt x="0" y="208117"/>
                </a:moveTo>
                <a:cubicBezTo>
                  <a:pt x="-28969" y="75309"/>
                  <a:pt x="62306" y="11586"/>
                  <a:pt x="208117" y="0"/>
                </a:cubicBezTo>
                <a:cubicBezTo>
                  <a:pt x="462359" y="-51041"/>
                  <a:pt x="497673" y="55114"/>
                  <a:pt x="764701" y="0"/>
                </a:cubicBezTo>
                <a:cubicBezTo>
                  <a:pt x="1031729" y="-55114"/>
                  <a:pt x="1048979" y="47256"/>
                  <a:pt x="1245387" y="0"/>
                </a:cubicBezTo>
                <a:cubicBezTo>
                  <a:pt x="1441795" y="-47256"/>
                  <a:pt x="1506737" y="3896"/>
                  <a:pt x="1700775" y="0"/>
                </a:cubicBezTo>
                <a:cubicBezTo>
                  <a:pt x="1894813" y="-3896"/>
                  <a:pt x="2069063" y="50291"/>
                  <a:pt x="2232059" y="0"/>
                </a:cubicBezTo>
                <a:cubicBezTo>
                  <a:pt x="2395055" y="-50291"/>
                  <a:pt x="2487158" y="28199"/>
                  <a:pt x="2738045" y="0"/>
                </a:cubicBezTo>
                <a:cubicBezTo>
                  <a:pt x="2865548" y="-20444"/>
                  <a:pt x="2924972" y="111799"/>
                  <a:pt x="2946162" y="208117"/>
                </a:cubicBezTo>
                <a:cubicBezTo>
                  <a:pt x="2996677" y="446350"/>
                  <a:pt x="2945649" y="521171"/>
                  <a:pt x="2946162" y="726967"/>
                </a:cubicBezTo>
                <a:cubicBezTo>
                  <a:pt x="2946675" y="932763"/>
                  <a:pt x="2897653" y="1078566"/>
                  <a:pt x="2946162" y="1167990"/>
                </a:cubicBezTo>
                <a:cubicBezTo>
                  <a:pt x="2994671" y="1257414"/>
                  <a:pt x="2897839" y="1555627"/>
                  <a:pt x="2946162" y="1686841"/>
                </a:cubicBezTo>
                <a:cubicBezTo>
                  <a:pt x="2994485" y="1818055"/>
                  <a:pt x="2888764" y="1996844"/>
                  <a:pt x="2946162" y="2205691"/>
                </a:cubicBezTo>
                <a:cubicBezTo>
                  <a:pt x="3003560" y="2414538"/>
                  <a:pt x="2941345" y="2616512"/>
                  <a:pt x="2946162" y="2802369"/>
                </a:cubicBezTo>
                <a:cubicBezTo>
                  <a:pt x="2960752" y="2935181"/>
                  <a:pt x="2863046" y="3001677"/>
                  <a:pt x="2738045" y="3010486"/>
                </a:cubicBezTo>
                <a:cubicBezTo>
                  <a:pt x="2564706" y="3036874"/>
                  <a:pt x="2370191" y="2956334"/>
                  <a:pt x="2232059" y="3010486"/>
                </a:cubicBezTo>
                <a:cubicBezTo>
                  <a:pt x="2093927" y="3064638"/>
                  <a:pt x="1876082" y="2967495"/>
                  <a:pt x="1726074" y="3010486"/>
                </a:cubicBezTo>
                <a:cubicBezTo>
                  <a:pt x="1576066" y="3053477"/>
                  <a:pt x="1363941" y="2976000"/>
                  <a:pt x="1169490" y="3010486"/>
                </a:cubicBezTo>
                <a:cubicBezTo>
                  <a:pt x="975039" y="3044972"/>
                  <a:pt x="798371" y="3010310"/>
                  <a:pt x="663504" y="3010486"/>
                </a:cubicBezTo>
                <a:cubicBezTo>
                  <a:pt x="528637" y="3010662"/>
                  <a:pt x="399813" y="2998626"/>
                  <a:pt x="208117" y="3010486"/>
                </a:cubicBezTo>
                <a:cubicBezTo>
                  <a:pt x="76178" y="3011186"/>
                  <a:pt x="13238" y="2893445"/>
                  <a:pt x="0" y="2802369"/>
                </a:cubicBezTo>
                <a:cubicBezTo>
                  <a:pt x="-21848" y="2537064"/>
                  <a:pt x="34377" y="2466555"/>
                  <a:pt x="0" y="2257576"/>
                </a:cubicBezTo>
                <a:cubicBezTo>
                  <a:pt x="-34377" y="2048597"/>
                  <a:pt x="9356" y="1924484"/>
                  <a:pt x="0" y="1790611"/>
                </a:cubicBezTo>
                <a:cubicBezTo>
                  <a:pt x="-9356" y="1656738"/>
                  <a:pt x="45233" y="1409209"/>
                  <a:pt x="0" y="1271760"/>
                </a:cubicBezTo>
                <a:cubicBezTo>
                  <a:pt x="-45233" y="1134311"/>
                  <a:pt x="5402" y="1005653"/>
                  <a:pt x="0" y="830737"/>
                </a:cubicBezTo>
                <a:cubicBezTo>
                  <a:pt x="-5402" y="655821"/>
                  <a:pt x="59262" y="376833"/>
                  <a:pt x="0" y="208117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0806D47-8BB4-CAEE-77CD-205A2ACE89B6}"/>
              </a:ext>
            </a:extLst>
          </p:cNvPr>
          <p:cNvSpPr/>
          <p:nvPr/>
        </p:nvSpPr>
        <p:spPr>
          <a:xfrm>
            <a:off x="6594610" y="3947664"/>
            <a:ext cx="1466193" cy="814552"/>
          </a:xfrm>
          <a:custGeom>
            <a:avLst/>
            <a:gdLst>
              <a:gd name="csX0" fmla="*/ 0 w 1466193"/>
              <a:gd name="csY0" fmla="*/ 0 h 814552"/>
              <a:gd name="csX1" fmla="*/ 474069 w 1466193"/>
              <a:gd name="csY1" fmla="*/ 0 h 814552"/>
              <a:gd name="csX2" fmla="*/ 962800 w 1466193"/>
              <a:gd name="csY2" fmla="*/ 0 h 814552"/>
              <a:gd name="csX3" fmla="*/ 1466193 w 1466193"/>
              <a:gd name="csY3" fmla="*/ 0 h 814552"/>
              <a:gd name="csX4" fmla="*/ 1466193 w 1466193"/>
              <a:gd name="csY4" fmla="*/ 407276 h 814552"/>
              <a:gd name="csX5" fmla="*/ 1466193 w 1466193"/>
              <a:gd name="csY5" fmla="*/ 814552 h 814552"/>
              <a:gd name="csX6" fmla="*/ 977462 w 1466193"/>
              <a:gd name="csY6" fmla="*/ 814552 h 814552"/>
              <a:gd name="csX7" fmla="*/ 518055 w 1466193"/>
              <a:gd name="csY7" fmla="*/ 814552 h 814552"/>
              <a:gd name="csX8" fmla="*/ 0 w 1466193"/>
              <a:gd name="csY8" fmla="*/ 814552 h 814552"/>
              <a:gd name="csX9" fmla="*/ 0 w 1466193"/>
              <a:gd name="csY9" fmla="*/ 415422 h 814552"/>
              <a:gd name="csX10" fmla="*/ 0 w 1466193"/>
              <a:gd name="csY10" fmla="*/ 0 h 814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66193" h="814552" fill="none" extrusionOk="0">
                <a:moveTo>
                  <a:pt x="0" y="0"/>
                </a:moveTo>
                <a:cubicBezTo>
                  <a:pt x="173524" y="-8028"/>
                  <a:pt x="364955" y="35966"/>
                  <a:pt x="474069" y="0"/>
                </a:cubicBezTo>
                <a:cubicBezTo>
                  <a:pt x="583183" y="-35966"/>
                  <a:pt x="751506" y="43804"/>
                  <a:pt x="962800" y="0"/>
                </a:cubicBezTo>
                <a:cubicBezTo>
                  <a:pt x="1174094" y="-43804"/>
                  <a:pt x="1237060" y="24544"/>
                  <a:pt x="1466193" y="0"/>
                </a:cubicBezTo>
                <a:cubicBezTo>
                  <a:pt x="1504420" y="119633"/>
                  <a:pt x="1452435" y="224431"/>
                  <a:pt x="1466193" y="407276"/>
                </a:cubicBezTo>
                <a:cubicBezTo>
                  <a:pt x="1479951" y="590121"/>
                  <a:pt x="1431560" y="648246"/>
                  <a:pt x="1466193" y="814552"/>
                </a:cubicBezTo>
                <a:cubicBezTo>
                  <a:pt x="1357701" y="826290"/>
                  <a:pt x="1202814" y="766663"/>
                  <a:pt x="977462" y="814552"/>
                </a:cubicBezTo>
                <a:cubicBezTo>
                  <a:pt x="752110" y="862441"/>
                  <a:pt x="670207" y="803018"/>
                  <a:pt x="518055" y="814552"/>
                </a:cubicBezTo>
                <a:cubicBezTo>
                  <a:pt x="365903" y="826086"/>
                  <a:pt x="137490" y="753295"/>
                  <a:pt x="0" y="814552"/>
                </a:cubicBezTo>
                <a:cubicBezTo>
                  <a:pt x="-19584" y="701059"/>
                  <a:pt x="42907" y="576600"/>
                  <a:pt x="0" y="415422"/>
                </a:cubicBezTo>
                <a:cubicBezTo>
                  <a:pt x="-42907" y="254244"/>
                  <a:pt x="20251" y="134352"/>
                  <a:pt x="0" y="0"/>
                </a:cubicBezTo>
                <a:close/>
              </a:path>
              <a:path w="1466193" h="814552" stroke="0" extrusionOk="0">
                <a:moveTo>
                  <a:pt x="0" y="0"/>
                </a:moveTo>
                <a:cubicBezTo>
                  <a:pt x="132485" y="-55428"/>
                  <a:pt x="242322" y="7829"/>
                  <a:pt x="474069" y="0"/>
                </a:cubicBezTo>
                <a:cubicBezTo>
                  <a:pt x="705816" y="-7829"/>
                  <a:pt x="706230" y="47850"/>
                  <a:pt x="918814" y="0"/>
                </a:cubicBezTo>
                <a:cubicBezTo>
                  <a:pt x="1131399" y="-47850"/>
                  <a:pt x="1262685" y="6387"/>
                  <a:pt x="1466193" y="0"/>
                </a:cubicBezTo>
                <a:cubicBezTo>
                  <a:pt x="1504994" y="80227"/>
                  <a:pt x="1462343" y="318885"/>
                  <a:pt x="1466193" y="399130"/>
                </a:cubicBezTo>
                <a:cubicBezTo>
                  <a:pt x="1470043" y="479375"/>
                  <a:pt x="1456361" y="629056"/>
                  <a:pt x="1466193" y="814552"/>
                </a:cubicBezTo>
                <a:cubicBezTo>
                  <a:pt x="1322997" y="826391"/>
                  <a:pt x="1127015" y="795120"/>
                  <a:pt x="1006786" y="814552"/>
                </a:cubicBezTo>
                <a:cubicBezTo>
                  <a:pt x="886557" y="833984"/>
                  <a:pt x="711088" y="776756"/>
                  <a:pt x="547379" y="814552"/>
                </a:cubicBezTo>
                <a:cubicBezTo>
                  <a:pt x="383670" y="852348"/>
                  <a:pt x="163768" y="804477"/>
                  <a:pt x="0" y="814552"/>
                </a:cubicBezTo>
                <a:cubicBezTo>
                  <a:pt x="-32565" y="659571"/>
                  <a:pt x="24449" y="591407"/>
                  <a:pt x="0" y="431713"/>
                </a:cubicBezTo>
                <a:cubicBezTo>
                  <a:pt x="-24449" y="272019"/>
                  <a:pt x="36461" y="127556"/>
                  <a:pt x="0" y="0"/>
                </a:cubicBezTo>
                <a:close/>
              </a:path>
            </a:pathLst>
          </a:custGeom>
          <a:solidFill>
            <a:schemeClr val="lt1">
              <a:alpha val="91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Gregorian-Calendar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(1800)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0359E76-7F1E-9003-D4B5-CFF88692924D}"/>
              </a:ext>
            </a:extLst>
          </p:cNvPr>
          <p:cNvSpPr/>
          <p:nvPr/>
        </p:nvSpPr>
        <p:spPr>
          <a:xfrm>
            <a:off x="7272774" y="472562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AE94547-0A2D-02F8-A8D2-00D8BDE3AE59}"/>
              </a:ext>
            </a:extLst>
          </p:cNvPr>
          <p:cNvGrpSpPr/>
          <p:nvPr/>
        </p:nvGrpSpPr>
        <p:grpSpPr>
          <a:xfrm>
            <a:off x="8624452" y="2374212"/>
            <a:ext cx="1466193" cy="837412"/>
            <a:chOff x="10017240" y="4696905"/>
            <a:chExt cx="1466193" cy="8374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769E75-4173-411B-C908-3043E01E57A1}"/>
                </a:ext>
              </a:extLst>
            </p:cNvPr>
            <p:cNvSpPr/>
            <p:nvPr/>
          </p:nvSpPr>
          <p:spPr>
            <a:xfrm>
              <a:off x="10017240" y="4719765"/>
              <a:ext cx="1466193" cy="814552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Diary-Page/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Section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-Text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6726F61-18C0-8376-EB0B-8C1689537CEA}"/>
                </a:ext>
              </a:extLst>
            </p:cNvPr>
            <p:cNvSpPr/>
            <p:nvPr/>
          </p:nvSpPr>
          <p:spPr>
            <a:xfrm>
              <a:off x="10238359" y="4696905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095377C9-A63B-02EA-13E0-F156B53D832A}"/>
              </a:ext>
            </a:extLst>
          </p:cNvPr>
          <p:cNvSpPr/>
          <p:nvPr/>
        </p:nvSpPr>
        <p:spPr>
          <a:xfrm>
            <a:off x="9281551" y="3142679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ECBFE06-193E-8540-13A9-1F618B1B8090}"/>
              </a:ext>
            </a:extLst>
          </p:cNvPr>
          <p:cNvSpPr/>
          <p:nvPr/>
        </p:nvSpPr>
        <p:spPr>
          <a:xfrm>
            <a:off x="7974006" y="430792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7D267D06-81A4-6F4E-9C28-E7DFC256DEE5}"/>
              </a:ext>
            </a:extLst>
          </p:cNvPr>
          <p:cNvCxnSpPr>
            <a:cxnSpLocks/>
            <a:stCxn id="25" idx="4"/>
            <a:endCxn id="95" idx="6"/>
          </p:cNvCxnSpPr>
          <p:nvPr/>
        </p:nvCxnSpPr>
        <p:spPr>
          <a:xfrm rot="5400000">
            <a:off x="8235744" y="3257464"/>
            <a:ext cx="1073440" cy="121108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459ED3A-9F9A-493B-45DB-7A824E4B04B6}"/>
              </a:ext>
            </a:extLst>
          </p:cNvPr>
          <p:cNvSpPr txBox="1"/>
          <p:nvPr/>
        </p:nvSpPr>
        <p:spPr>
          <a:xfrm>
            <a:off x="307551" y="0"/>
            <a:ext cx="9039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Semantisk Dimensions/Facts model for </a:t>
            </a:r>
            <a:b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HCA Repository v0.91*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D72EE5-1693-BAF2-1DA0-F6CEA8259A71}"/>
              </a:ext>
            </a:extLst>
          </p:cNvPr>
          <p:cNvSpPr txBox="1"/>
          <p:nvPr/>
        </p:nvSpPr>
        <p:spPr>
          <a:xfrm>
            <a:off x="7770867" y="1621635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Repository</a:t>
            </a:r>
          </a:p>
        </p:txBody>
      </p:sp>
      <p:pic>
        <p:nvPicPr>
          <p:cNvPr id="51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34AACE4E-0112-8012-0633-5F4D64A12D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10240714" y="1987742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5C70DF-4732-3090-6755-CF8AF5C305A9}"/>
              </a:ext>
            </a:extLst>
          </p:cNvPr>
          <p:cNvSpPr txBox="1"/>
          <p:nvPr/>
        </p:nvSpPr>
        <p:spPr>
          <a:xfrm>
            <a:off x="8868431" y="4399727"/>
            <a:ext cx="1013291" cy="27699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Dagbogsdag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The image depicts a cartoon-style illustration featuring a group of people pointing at a large, red, musical instrument, possibly a pipe organ, with a question mark in the title, suggesting a humorous or puzzling situation in Danish.&#10;&#10;AI-generated content may be incorrect.">
            <a:extLst>
              <a:ext uri="{FF2B5EF4-FFF2-40B4-BE49-F238E27FC236}">
                <a16:creationId xmlns:a16="http://schemas.microsoft.com/office/drawing/2014/main" id="{7A5645E4-99F8-251D-41C6-5108FEDE9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61" y="1369875"/>
            <a:ext cx="4607572" cy="33923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892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1A2A-0EB7-BB9C-6A9D-7438745C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8A6FD41-B81C-F014-63A0-BB454A692F12}"/>
              </a:ext>
            </a:extLst>
          </p:cNvPr>
          <p:cNvSpPr/>
          <p:nvPr/>
        </p:nvSpPr>
        <p:spPr>
          <a:xfrm>
            <a:off x="7485706" y="2072640"/>
            <a:ext cx="2946162" cy="3010486"/>
          </a:xfrm>
          <a:custGeom>
            <a:avLst/>
            <a:gdLst>
              <a:gd name="csX0" fmla="*/ 0 w 2946162"/>
              <a:gd name="csY0" fmla="*/ 208117 h 3010486"/>
              <a:gd name="csX1" fmla="*/ 208117 w 2946162"/>
              <a:gd name="csY1" fmla="*/ 0 h 3010486"/>
              <a:gd name="csX2" fmla="*/ 764701 w 2946162"/>
              <a:gd name="csY2" fmla="*/ 0 h 3010486"/>
              <a:gd name="csX3" fmla="*/ 1245387 w 2946162"/>
              <a:gd name="csY3" fmla="*/ 0 h 3010486"/>
              <a:gd name="csX4" fmla="*/ 1700775 w 2946162"/>
              <a:gd name="csY4" fmla="*/ 0 h 3010486"/>
              <a:gd name="csX5" fmla="*/ 2232059 w 2946162"/>
              <a:gd name="csY5" fmla="*/ 0 h 3010486"/>
              <a:gd name="csX6" fmla="*/ 2738045 w 2946162"/>
              <a:gd name="csY6" fmla="*/ 0 h 3010486"/>
              <a:gd name="csX7" fmla="*/ 2946162 w 2946162"/>
              <a:gd name="csY7" fmla="*/ 208117 h 3010486"/>
              <a:gd name="csX8" fmla="*/ 2946162 w 2946162"/>
              <a:gd name="csY8" fmla="*/ 726967 h 3010486"/>
              <a:gd name="csX9" fmla="*/ 2946162 w 2946162"/>
              <a:gd name="csY9" fmla="*/ 1167990 h 3010486"/>
              <a:gd name="csX10" fmla="*/ 2946162 w 2946162"/>
              <a:gd name="csY10" fmla="*/ 1686841 h 3010486"/>
              <a:gd name="csX11" fmla="*/ 2946162 w 2946162"/>
              <a:gd name="csY11" fmla="*/ 2205691 h 3010486"/>
              <a:gd name="csX12" fmla="*/ 2946162 w 2946162"/>
              <a:gd name="csY12" fmla="*/ 2802369 h 3010486"/>
              <a:gd name="csX13" fmla="*/ 2738045 w 2946162"/>
              <a:gd name="csY13" fmla="*/ 3010486 h 3010486"/>
              <a:gd name="csX14" fmla="*/ 2232059 w 2946162"/>
              <a:gd name="csY14" fmla="*/ 3010486 h 3010486"/>
              <a:gd name="csX15" fmla="*/ 1726074 w 2946162"/>
              <a:gd name="csY15" fmla="*/ 3010486 h 3010486"/>
              <a:gd name="csX16" fmla="*/ 1169490 w 2946162"/>
              <a:gd name="csY16" fmla="*/ 3010486 h 3010486"/>
              <a:gd name="csX17" fmla="*/ 663504 w 2946162"/>
              <a:gd name="csY17" fmla="*/ 3010486 h 3010486"/>
              <a:gd name="csX18" fmla="*/ 208117 w 2946162"/>
              <a:gd name="csY18" fmla="*/ 3010486 h 3010486"/>
              <a:gd name="csX19" fmla="*/ 0 w 2946162"/>
              <a:gd name="csY19" fmla="*/ 2802369 h 3010486"/>
              <a:gd name="csX20" fmla="*/ 0 w 2946162"/>
              <a:gd name="csY20" fmla="*/ 2257576 h 3010486"/>
              <a:gd name="csX21" fmla="*/ 0 w 2946162"/>
              <a:gd name="csY21" fmla="*/ 1790611 h 3010486"/>
              <a:gd name="csX22" fmla="*/ 0 w 2946162"/>
              <a:gd name="csY22" fmla="*/ 1271760 h 3010486"/>
              <a:gd name="csX23" fmla="*/ 0 w 2946162"/>
              <a:gd name="csY23" fmla="*/ 830737 h 3010486"/>
              <a:gd name="csX24" fmla="*/ 0 w 2946162"/>
              <a:gd name="csY24" fmla="*/ 208117 h 3010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946162" h="3010486" extrusionOk="0">
                <a:moveTo>
                  <a:pt x="0" y="208117"/>
                </a:moveTo>
                <a:cubicBezTo>
                  <a:pt x="-28969" y="75309"/>
                  <a:pt x="62306" y="11586"/>
                  <a:pt x="208117" y="0"/>
                </a:cubicBezTo>
                <a:cubicBezTo>
                  <a:pt x="462359" y="-51041"/>
                  <a:pt x="497673" y="55114"/>
                  <a:pt x="764701" y="0"/>
                </a:cubicBezTo>
                <a:cubicBezTo>
                  <a:pt x="1031729" y="-55114"/>
                  <a:pt x="1048979" y="47256"/>
                  <a:pt x="1245387" y="0"/>
                </a:cubicBezTo>
                <a:cubicBezTo>
                  <a:pt x="1441795" y="-47256"/>
                  <a:pt x="1506737" y="3896"/>
                  <a:pt x="1700775" y="0"/>
                </a:cubicBezTo>
                <a:cubicBezTo>
                  <a:pt x="1894813" y="-3896"/>
                  <a:pt x="2069063" y="50291"/>
                  <a:pt x="2232059" y="0"/>
                </a:cubicBezTo>
                <a:cubicBezTo>
                  <a:pt x="2395055" y="-50291"/>
                  <a:pt x="2487158" y="28199"/>
                  <a:pt x="2738045" y="0"/>
                </a:cubicBezTo>
                <a:cubicBezTo>
                  <a:pt x="2865548" y="-20444"/>
                  <a:pt x="2924972" y="111799"/>
                  <a:pt x="2946162" y="208117"/>
                </a:cubicBezTo>
                <a:cubicBezTo>
                  <a:pt x="2996677" y="446350"/>
                  <a:pt x="2945649" y="521171"/>
                  <a:pt x="2946162" y="726967"/>
                </a:cubicBezTo>
                <a:cubicBezTo>
                  <a:pt x="2946675" y="932763"/>
                  <a:pt x="2897653" y="1078566"/>
                  <a:pt x="2946162" y="1167990"/>
                </a:cubicBezTo>
                <a:cubicBezTo>
                  <a:pt x="2994671" y="1257414"/>
                  <a:pt x="2897839" y="1555627"/>
                  <a:pt x="2946162" y="1686841"/>
                </a:cubicBezTo>
                <a:cubicBezTo>
                  <a:pt x="2994485" y="1818055"/>
                  <a:pt x="2888764" y="1996844"/>
                  <a:pt x="2946162" y="2205691"/>
                </a:cubicBezTo>
                <a:cubicBezTo>
                  <a:pt x="3003560" y="2414538"/>
                  <a:pt x="2941345" y="2616512"/>
                  <a:pt x="2946162" y="2802369"/>
                </a:cubicBezTo>
                <a:cubicBezTo>
                  <a:pt x="2960752" y="2935181"/>
                  <a:pt x="2863046" y="3001677"/>
                  <a:pt x="2738045" y="3010486"/>
                </a:cubicBezTo>
                <a:cubicBezTo>
                  <a:pt x="2564706" y="3036874"/>
                  <a:pt x="2370191" y="2956334"/>
                  <a:pt x="2232059" y="3010486"/>
                </a:cubicBezTo>
                <a:cubicBezTo>
                  <a:pt x="2093927" y="3064638"/>
                  <a:pt x="1876082" y="2967495"/>
                  <a:pt x="1726074" y="3010486"/>
                </a:cubicBezTo>
                <a:cubicBezTo>
                  <a:pt x="1576066" y="3053477"/>
                  <a:pt x="1363941" y="2976000"/>
                  <a:pt x="1169490" y="3010486"/>
                </a:cubicBezTo>
                <a:cubicBezTo>
                  <a:pt x="975039" y="3044972"/>
                  <a:pt x="798371" y="3010310"/>
                  <a:pt x="663504" y="3010486"/>
                </a:cubicBezTo>
                <a:cubicBezTo>
                  <a:pt x="528637" y="3010662"/>
                  <a:pt x="399813" y="2998626"/>
                  <a:pt x="208117" y="3010486"/>
                </a:cubicBezTo>
                <a:cubicBezTo>
                  <a:pt x="76178" y="3011186"/>
                  <a:pt x="13238" y="2893445"/>
                  <a:pt x="0" y="2802369"/>
                </a:cubicBezTo>
                <a:cubicBezTo>
                  <a:pt x="-21848" y="2537064"/>
                  <a:pt x="34377" y="2466555"/>
                  <a:pt x="0" y="2257576"/>
                </a:cubicBezTo>
                <a:cubicBezTo>
                  <a:pt x="-34377" y="2048597"/>
                  <a:pt x="9356" y="1924484"/>
                  <a:pt x="0" y="1790611"/>
                </a:cubicBezTo>
                <a:cubicBezTo>
                  <a:pt x="-9356" y="1656738"/>
                  <a:pt x="45233" y="1409209"/>
                  <a:pt x="0" y="1271760"/>
                </a:cubicBezTo>
                <a:cubicBezTo>
                  <a:pt x="-45233" y="1134311"/>
                  <a:pt x="5402" y="1005653"/>
                  <a:pt x="0" y="830737"/>
                </a:cubicBezTo>
                <a:cubicBezTo>
                  <a:pt x="-5402" y="655821"/>
                  <a:pt x="59262" y="376833"/>
                  <a:pt x="0" y="208117"/>
                </a:cubicBezTo>
                <a:close/>
              </a:path>
            </a:pathLst>
          </a:custGeom>
          <a:noFill/>
          <a:ln w="31750" cap="flat" cmpd="sng" algn="ctr">
            <a:solidFill>
              <a:schemeClr val="accent6"/>
            </a:solidFill>
            <a:prstDash val="sysDash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706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24CB276-99ED-FEAB-F037-1796A5595845}"/>
              </a:ext>
            </a:extLst>
          </p:cNvPr>
          <p:cNvSpPr/>
          <p:nvPr/>
        </p:nvSpPr>
        <p:spPr>
          <a:xfrm>
            <a:off x="6594610" y="3947664"/>
            <a:ext cx="1466193" cy="814552"/>
          </a:xfrm>
          <a:custGeom>
            <a:avLst/>
            <a:gdLst>
              <a:gd name="csX0" fmla="*/ 0 w 1466193"/>
              <a:gd name="csY0" fmla="*/ 0 h 814552"/>
              <a:gd name="csX1" fmla="*/ 474069 w 1466193"/>
              <a:gd name="csY1" fmla="*/ 0 h 814552"/>
              <a:gd name="csX2" fmla="*/ 962800 w 1466193"/>
              <a:gd name="csY2" fmla="*/ 0 h 814552"/>
              <a:gd name="csX3" fmla="*/ 1466193 w 1466193"/>
              <a:gd name="csY3" fmla="*/ 0 h 814552"/>
              <a:gd name="csX4" fmla="*/ 1466193 w 1466193"/>
              <a:gd name="csY4" fmla="*/ 407276 h 814552"/>
              <a:gd name="csX5" fmla="*/ 1466193 w 1466193"/>
              <a:gd name="csY5" fmla="*/ 814552 h 814552"/>
              <a:gd name="csX6" fmla="*/ 977462 w 1466193"/>
              <a:gd name="csY6" fmla="*/ 814552 h 814552"/>
              <a:gd name="csX7" fmla="*/ 518055 w 1466193"/>
              <a:gd name="csY7" fmla="*/ 814552 h 814552"/>
              <a:gd name="csX8" fmla="*/ 0 w 1466193"/>
              <a:gd name="csY8" fmla="*/ 814552 h 814552"/>
              <a:gd name="csX9" fmla="*/ 0 w 1466193"/>
              <a:gd name="csY9" fmla="*/ 415422 h 814552"/>
              <a:gd name="csX10" fmla="*/ 0 w 1466193"/>
              <a:gd name="csY10" fmla="*/ 0 h 8145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66193" h="814552" fill="none" extrusionOk="0">
                <a:moveTo>
                  <a:pt x="0" y="0"/>
                </a:moveTo>
                <a:cubicBezTo>
                  <a:pt x="173524" y="-8028"/>
                  <a:pt x="364955" y="35966"/>
                  <a:pt x="474069" y="0"/>
                </a:cubicBezTo>
                <a:cubicBezTo>
                  <a:pt x="583183" y="-35966"/>
                  <a:pt x="751506" y="43804"/>
                  <a:pt x="962800" y="0"/>
                </a:cubicBezTo>
                <a:cubicBezTo>
                  <a:pt x="1174094" y="-43804"/>
                  <a:pt x="1237060" y="24544"/>
                  <a:pt x="1466193" y="0"/>
                </a:cubicBezTo>
                <a:cubicBezTo>
                  <a:pt x="1504420" y="119633"/>
                  <a:pt x="1452435" y="224431"/>
                  <a:pt x="1466193" y="407276"/>
                </a:cubicBezTo>
                <a:cubicBezTo>
                  <a:pt x="1479951" y="590121"/>
                  <a:pt x="1431560" y="648246"/>
                  <a:pt x="1466193" y="814552"/>
                </a:cubicBezTo>
                <a:cubicBezTo>
                  <a:pt x="1357701" y="826290"/>
                  <a:pt x="1202814" y="766663"/>
                  <a:pt x="977462" y="814552"/>
                </a:cubicBezTo>
                <a:cubicBezTo>
                  <a:pt x="752110" y="862441"/>
                  <a:pt x="670207" y="803018"/>
                  <a:pt x="518055" y="814552"/>
                </a:cubicBezTo>
                <a:cubicBezTo>
                  <a:pt x="365903" y="826086"/>
                  <a:pt x="137490" y="753295"/>
                  <a:pt x="0" y="814552"/>
                </a:cubicBezTo>
                <a:cubicBezTo>
                  <a:pt x="-19584" y="701059"/>
                  <a:pt x="42907" y="576600"/>
                  <a:pt x="0" y="415422"/>
                </a:cubicBezTo>
                <a:cubicBezTo>
                  <a:pt x="-42907" y="254244"/>
                  <a:pt x="20251" y="134352"/>
                  <a:pt x="0" y="0"/>
                </a:cubicBezTo>
                <a:close/>
              </a:path>
              <a:path w="1466193" h="814552" stroke="0" extrusionOk="0">
                <a:moveTo>
                  <a:pt x="0" y="0"/>
                </a:moveTo>
                <a:cubicBezTo>
                  <a:pt x="132485" y="-55428"/>
                  <a:pt x="242322" y="7829"/>
                  <a:pt x="474069" y="0"/>
                </a:cubicBezTo>
                <a:cubicBezTo>
                  <a:pt x="705816" y="-7829"/>
                  <a:pt x="706230" y="47850"/>
                  <a:pt x="918814" y="0"/>
                </a:cubicBezTo>
                <a:cubicBezTo>
                  <a:pt x="1131399" y="-47850"/>
                  <a:pt x="1262685" y="6387"/>
                  <a:pt x="1466193" y="0"/>
                </a:cubicBezTo>
                <a:cubicBezTo>
                  <a:pt x="1504994" y="80227"/>
                  <a:pt x="1462343" y="318885"/>
                  <a:pt x="1466193" y="399130"/>
                </a:cubicBezTo>
                <a:cubicBezTo>
                  <a:pt x="1470043" y="479375"/>
                  <a:pt x="1456361" y="629056"/>
                  <a:pt x="1466193" y="814552"/>
                </a:cubicBezTo>
                <a:cubicBezTo>
                  <a:pt x="1322997" y="826391"/>
                  <a:pt x="1127015" y="795120"/>
                  <a:pt x="1006786" y="814552"/>
                </a:cubicBezTo>
                <a:cubicBezTo>
                  <a:pt x="886557" y="833984"/>
                  <a:pt x="711088" y="776756"/>
                  <a:pt x="547379" y="814552"/>
                </a:cubicBezTo>
                <a:cubicBezTo>
                  <a:pt x="383670" y="852348"/>
                  <a:pt x="163768" y="804477"/>
                  <a:pt x="0" y="814552"/>
                </a:cubicBezTo>
                <a:cubicBezTo>
                  <a:pt x="-32565" y="659571"/>
                  <a:pt x="24449" y="591407"/>
                  <a:pt x="0" y="431713"/>
                </a:cubicBezTo>
                <a:cubicBezTo>
                  <a:pt x="-24449" y="272019"/>
                  <a:pt x="36461" y="127556"/>
                  <a:pt x="0" y="0"/>
                </a:cubicBezTo>
                <a:close/>
              </a:path>
            </a:pathLst>
          </a:custGeom>
          <a:solidFill>
            <a:schemeClr val="lt1">
              <a:alpha val="91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Gregorian-Calendar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(1800)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11B05E5-361E-2FD3-7295-7CF1379479E5}"/>
              </a:ext>
            </a:extLst>
          </p:cNvPr>
          <p:cNvSpPr/>
          <p:nvPr/>
        </p:nvSpPr>
        <p:spPr>
          <a:xfrm>
            <a:off x="7272774" y="4725628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E6DA44-80BC-0292-6A12-9C178083BB2D}"/>
              </a:ext>
            </a:extLst>
          </p:cNvPr>
          <p:cNvGrpSpPr/>
          <p:nvPr/>
        </p:nvGrpSpPr>
        <p:grpSpPr>
          <a:xfrm>
            <a:off x="8624452" y="2374212"/>
            <a:ext cx="1466193" cy="837412"/>
            <a:chOff x="10017240" y="4696905"/>
            <a:chExt cx="1466193" cy="83741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1376C8-7213-CA82-60F3-3EC31A955555}"/>
                </a:ext>
              </a:extLst>
            </p:cNvPr>
            <p:cNvSpPr/>
            <p:nvPr/>
          </p:nvSpPr>
          <p:spPr>
            <a:xfrm>
              <a:off x="10017240" y="4719765"/>
              <a:ext cx="1466193" cy="814552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3492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Diary-Page/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Section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-Text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F11CAD8-FC8E-1AE8-03A5-CE5C9A132189}"/>
                </a:ext>
              </a:extLst>
            </p:cNvPr>
            <p:cNvSpPr/>
            <p:nvPr/>
          </p:nvSpPr>
          <p:spPr>
            <a:xfrm>
              <a:off x="10238359" y="4696905"/>
              <a:ext cx="45720" cy="45720"/>
            </a:xfrm>
            <a:prstGeom prst="ellipse">
              <a:avLst/>
            </a:prstGeom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solidFill>
                    <a:srgbClr val="E8E8E8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DAB7D798-128B-FB88-6647-F024D0A2720A}"/>
              </a:ext>
            </a:extLst>
          </p:cNvPr>
          <p:cNvSpPr/>
          <p:nvPr/>
        </p:nvSpPr>
        <p:spPr>
          <a:xfrm>
            <a:off x="9281551" y="3142679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1321CE4-2FCC-9FA5-14B1-DEE7FA49AFF4}"/>
              </a:ext>
            </a:extLst>
          </p:cNvPr>
          <p:cNvSpPr/>
          <p:nvPr/>
        </p:nvSpPr>
        <p:spPr>
          <a:xfrm>
            <a:off x="7974006" y="4307923"/>
            <a:ext cx="192913" cy="183609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shade val="15000"/>
                <a:alpha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6699FF31-B9B0-8163-92A9-DEE8D62EE2CB}"/>
              </a:ext>
            </a:extLst>
          </p:cNvPr>
          <p:cNvCxnSpPr>
            <a:cxnSpLocks/>
            <a:stCxn id="25" idx="4"/>
            <a:endCxn id="95" idx="6"/>
          </p:cNvCxnSpPr>
          <p:nvPr/>
        </p:nvCxnSpPr>
        <p:spPr>
          <a:xfrm rot="5400000">
            <a:off x="8235744" y="3257464"/>
            <a:ext cx="1073440" cy="121108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6CE50A23-F1D6-B711-1ABD-57BA7A044B23}"/>
              </a:ext>
            </a:extLst>
          </p:cNvPr>
          <p:cNvSpPr txBox="1"/>
          <p:nvPr/>
        </p:nvSpPr>
        <p:spPr>
          <a:xfrm>
            <a:off x="307551" y="0"/>
            <a:ext cx="9039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Semantisk Dimensions/Facts model for </a:t>
            </a:r>
            <a:b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HCA Repository v0.91*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E928A7-7666-D415-7533-F258D85C1BAF}"/>
              </a:ext>
            </a:extLst>
          </p:cNvPr>
          <p:cNvSpPr txBox="1"/>
          <p:nvPr/>
        </p:nvSpPr>
        <p:spPr>
          <a:xfrm>
            <a:off x="7770867" y="1621635"/>
            <a:ext cx="237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1" i="0" u="none" strike="noStrike" kern="1200" cap="none" spc="0" normalizeH="0" baseline="0" noProof="0" dirty="0">
                <a:ln>
                  <a:noFill/>
                </a:ln>
                <a:solidFill>
                  <a:srgbClr val="6FB656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Repository</a:t>
            </a:r>
          </a:p>
        </p:txBody>
      </p:sp>
      <p:pic>
        <p:nvPicPr>
          <p:cNvPr id="51" name="Picture 4" descr="Microsoft Excel for iPad Now Supports Split View, Word Gains Full Trackpad Support, and PowerPoint Offers Presenter Coaching - MacRumors">
            <a:extLst>
              <a:ext uri="{FF2B5EF4-FFF2-40B4-BE49-F238E27FC236}">
                <a16:creationId xmlns:a16="http://schemas.microsoft.com/office/drawing/2014/main" id="{B070F334-6181-939F-59C6-5C56238F8C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6" t="9124" r="34799" b="11327"/>
          <a:stretch>
            <a:fillRect/>
          </a:stretch>
        </p:blipFill>
        <p:spPr bwMode="auto">
          <a:xfrm>
            <a:off x="10240714" y="1987742"/>
            <a:ext cx="382308" cy="3364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A9D9A-C4AC-5527-0AFA-989E69A2314E}"/>
              </a:ext>
            </a:extLst>
          </p:cNvPr>
          <p:cNvSpPr txBox="1"/>
          <p:nvPr/>
        </p:nvSpPr>
        <p:spPr>
          <a:xfrm>
            <a:off x="8868431" y="4399727"/>
            <a:ext cx="1013291" cy="276999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Dagbogsdag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The image depicts a cartoon-style illustration featuring a group of people pointing at a large, red, musical instrument, possibly a pipe organ, with a question mark in the title, suggesting a humorous or puzzling situation in Danish.&#10;&#10;AI-generated content may be incorrect.">
            <a:extLst>
              <a:ext uri="{FF2B5EF4-FFF2-40B4-BE49-F238E27FC236}">
                <a16:creationId xmlns:a16="http://schemas.microsoft.com/office/drawing/2014/main" id="{36433A4B-4F5C-E62B-9806-B22385C90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61" y="1369875"/>
            <a:ext cx="4607572" cy="33923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 descr="The image illustrates a comparison between two structures: on one side, an unstable building with a palm tree on top, symbolizing AI FIRST and shaky data, and on the other side, a sturdy building with a temple on top, representing Data FIRST and trusted data.&#10;&#10;AI-generated content may be incorrect.">
            <a:extLst>
              <a:ext uri="{FF2B5EF4-FFF2-40B4-BE49-F238E27FC236}">
                <a16:creationId xmlns:a16="http://schemas.microsoft.com/office/drawing/2014/main" id="{549D89BB-EE35-7220-9CD3-6F5ABCCC4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658" y="2302898"/>
            <a:ext cx="4355490" cy="43772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00AE9C-938F-87E8-53E1-1BE0A227EAD7}"/>
              </a:ext>
            </a:extLst>
          </p:cNvPr>
          <p:cNvSpPr txBox="1"/>
          <p:nvPr/>
        </p:nvSpPr>
        <p:spPr>
          <a:xfrm>
            <a:off x="6328593" y="5873568"/>
            <a:ext cx="3272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Post og diskussion på LinkedIn.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F0292A-FA6C-C241-704A-9BFA2149ADBF}"/>
              </a:ext>
            </a:extLst>
          </p:cNvPr>
          <p:cNvSpPr txBox="1"/>
          <p:nvPr/>
        </p:nvSpPr>
        <p:spPr>
          <a:xfrm>
            <a:off x="10936015" y="6488668"/>
            <a:ext cx="709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*UI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4F041-7FAA-5FC6-3DDF-3CF83E190D0E}"/>
              </a:ext>
            </a:extLst>
          </p:cNvPr>
          <p:cNvSpPr txBox="1"/>
          <p:nvPr/>
        </p:nvSpPr>
        <p:spPr>
          <a:xfrm>
            <a:off x="2325010" y="2293803"/>
            <a:ext cx="392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40169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FA55-2EDC-9392-9F16-61460A2B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BBF3-5ADF-E3D0-5F55-9B57C6A6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dirty="0"/>
              <a:t>Ambitionsniveau</a:t>
            </a:r>
            <a:br>
              <a:rPr lang="da-DK" sz="3600" dirty="0"/>
            </a:br>
            <a:r>
              <a:rPr lang="da-DK" sz="3600" dirty="0"/>
              <a:t>Fætter BR-keyboard, Lirekassen (Excel-MVP)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F99373-BC96-3F39-88C4-31883D83FCDE}"/>
              </a:ext>
            </a:extLst>
          </p:cNvPr>
          <p:cNvGrpSpPr/>
          <p:nvPr/>
        </p:nvGrpSpPr>
        <p:grpSpPr>
          <a:xfrm>
            <a:off x="545412" y="1955146"/>
            <a:ext cx="3544866" cy="1400680"/>
            <a:chOff x="289029" y="5294320"/>
            <a:chExt cx="3544866" cy="1400680"/>
          </a:xfrm>
        </p:grpSpPr>
        <p:pic>
          <p:nvPicPr>
            <p:cNvPr id="1030" name="Picture 6" descr="Baby Einstein - Magisk keyboard">
              <a:extLst>
                <a:ext uri="{FF2B5EF4-FFF2-40B4-BE49-F238E27FC236}">
                  <a16:creationId xmlns:a16="http://schemas.microsoft.com/office/drawing/2014/main" id="{D309B1AD-7DDC-229D-CAD9-8E1DC988EF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7" t="35251" r="2268" b="36438"/>
            <a:stretch>
              <a:fillRect/>
            </a:stretch>
          </p:blipFill>
          <p:spPr bwMode="auto">
            <a:xfrm>
              <a:off x="289029" y="5644417"/>
              <a:ext cx="3544866" cy="1050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810E18-AD53-D507-BD1A-64EC7B22D240}"/>
                </a:ext>
              </a:extLst>
            </p:cNvPr>
            <p:cNvSpPr txBox="1"/>
            <p:nvPr/>
          </p:nvSpPr>
          <p:spPr>
            <a:xfrm>
              <a:off x="982929" y="5294320"/>
              <a:ext cx="2157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Lille Peter Edderkop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88869CC-8158-0D75-5CED-328FB587795F}"/>
              </a:ext>
            </a:extLst>
          </p:cNvPr>
          <p:cNvGrpSpPr/>
          <p:nvPr/>
        </p:nvGrpSpPr>
        <p:grpSpPr>
          <a:xfrm>
            <a:off x="944669" y="3779097"/>
            <a:ext cx="2607765" cy="3011879"/>
            <a:chOff x="2763637" y="2040785"/>
            <a:chExt cx="2607765" cy="3011879"/>
          </a:xfrm>
        </p:grpSpPr>
        <p:pic>
          <p:nvPicPr>
            <p:cNvPr id="3" name="Picture 2" descr="Positivspillerens lirekasser - Positivspilleren">
              <a:extLst>
                <a:ext uri="{FF2B5EF4-FFF2-40B4-BE49-F238E27FC236}">
                  <a16:creationId xmlns:a16="http://schemas.microsoft.com/office/drawing/2014/main" id="{FBC98823-1EE8-A8E2-7BF5-0262D4D09C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1300" y="2040785"/>
              <a:ext cx="2572440" cy="2661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BD1D70-DABE-F28C-FE39-2A21FF7C50B7}"/>
                </a:ext>
              </a:extLst>
            </p:cNvPr>
            <p:cNvSpPr txBox="1"/>
            <p:nvPr/>
          </p:nvSpPr>
          <p:spPr>
            <a:xfrm>
              <a:off x="2763637" y="4683332"/>
              <a:ext cx="2607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Dengang jeg drog afsted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624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A3E43-6409-336F-4EF4-82AB4DF03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828A-9524-09CE-7B70-BD5684E6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8688" cy="548131"/>
          </a:xfrm>
        </p:spPr>
        <p:txBody>
          <a:bodyPr>
            <a:normAutofit/>
          </a:bodyPr>
          <a:lstStyle/>
          <a:p>
            <a:r>
              <a:rPr lang="da-DK" sz="2400" dirty="0"/>
              <a:t>Orgel med 7+ keyboards over 30+ oktaver (i Excel-MVP)</a:t>
            </a:r>
          </a:p>
        </p:txBody>
      </p:sp>
      <p:pic>
        <p:nvPicPr>
          <p:cNvPr id="1026" name="Picture 2" descr="The Midmer-Losh | HORC">
            <a:extLst>
              <a:ext uri="{FF2B5EF4-FFF2-40B4-BE49-F238E27FC236}">
                <a16:creationId xmlns:a16="http://schemas.microsoft.com/office/drawing/2014/main" id="{E38FB735-B01D-57C4-8383-B48519E4C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00" y="835013"/>
            <a:ext cx="8935540" cy="558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E4245A-A0EE-AB4D-CA6C-FF04C1AEFE4F}"/>
              </a:ext>
            </a:extLst>
          </p:cNvPr>
          <p:cNvSpPr txBox="1"/>
          <p:nvPr/>
        </p:nvSpPr>
        <p:spPr>
          <a:xfrm>
            <a:off x="3354752" y="6419726"/>
            <a:ext cx="438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 Reger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Fantasia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Fugue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on B-A-C-H</a:t>
            </a:r>
          </a:p>
        </p:txBody>
      </p:sp>
      <p:pic>
        <p:nvPicPr>
          <p:cNvPr id="11" name="Picture 6" descr="Baby Einstein - Magisk keyboard">
            <a:extLst>
              <a:ext uri="{FF2B5EF4-FFF2-40B4-BE49-F238E27FC236}">
                <a16:creationId xmlns:a16="http://schemas.microsoft.com/office/drawing/2014/main" id="{A7397441-6086-0839-8EDE-8E0754C75C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" t="35251" r="2268" b="36438"/>
          <a:stretch>
            <a:fillRect/>
          </a:stretch>
        </p:blipFill>
        <p:spPr bwMode="auto">
          <a:xfrm>
            <a:off x="4886399" y="4607918"/>
            <a:ext cx="632606" cy="208108"/>
          </a:xfrm>
          <a:custGeom>
            <a:avLst/>
            <a:gdLst>
              <a:gd name="csX0" fmla="*/ 0 w 632606"/>
              <a:gd name="csY0" fmla="*/ 0 h 208108"/>
              <a:gd name="csX1" fmla="*/ 303651 w 632606"/>
              <a:gd name="csY1" fmla="*/ 0 h 208108"/>
              <a:gd name="csX2" fmla="*/ 632606 w 632606"/>
              <a:gd name="csY2" fmla="*/ 0 h 208108"/>
              <a:gd name="csX3" fmla="*/ 632606 w 632606"/>
              <a:gd name="csY3" fmla="*/ 208108 h 208108"/>
              <a:gd name="csX4" fmla="*/ 316303 w 632606"/>
              <a:gd name="csY4" fmla="*/ 208108 h 208108"/>
              <a:gd name="csX5" fmla="*/ 0 w 632606"/>
              <a:gd name="csY5" fmla="*/ 208108 h 208108"/>
              <a:gd name="csX6" fmla="*/ 0 w 632606"/>
              <a:gd name="csY6" fmla="*/ 0 h 208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32606" h="208108" extrusionOk="0">
                <a:moveTo>
                  <a:pt x="0" y="0"/>
                </a:moveTo>
                <a:cubicBezTo>
                  <a:pt x="78372" y="-35667"/>
                  <a:pt x="220469" y="22908"/>
                  <a:pt x="303651" y="0"/>
                </a:cubicBezTo>
                <a:cubicBezTo>
                  <a:pt x="386833" y="-22908"/>
                  <a:pt x="512374" y="17807"/>
                  <a:pt x="632606" y="0"/>
                </a:cubicBezTo>
                <a:cubicBezTo>
                  <a:pt x="634675" y="92569"/>
                  <a:pt x="628519" y="148989"/>
                  <a:pt x="632606" y="208108"/>
                </a:cubicBezTo>
                <a:cubicBezTo>
                  <a:pt x="501154" y="237744"/>
                  <a:pt x="417485" y="196168"/>
                  <a:pt x="316303" y="208108"/>
                </a:cubicBezTo>
                <a:cubicBezTo>
                  <a:pt x="215121" y="220048"/>
                  <a:pt x="117452" y="204789"/>
                  <a:pt x="0" y="208108"/>
                </a:cubicBezTo>
                <a:cubicBezTo>
                  <a:pt x="-8868" y="153836"/>
                  <a:pt x="6458" y="57825"/>
                  <a:pt x="0" y="0"/>
                </a:cubicBezTo>
                <a:close/>
              </a:path>
            </a:pathLst>
          </a:custGeom>
          <a:noFill/>
          <a:ln w="666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0114314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sx="104000" sy="104000" algn="tl" rotWithShape="0">
              <a:srgbClr val="FF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ositivspillerens lirekasser - Positivspilleren">
            <a:extLst>
              <a:ext uri="{FF2B5EF4-FFF2-40B4-BE49-F238E27FC236}">
                <a16:creationId xmlns:a16="http://schemas.microsoft.com/office/drawing/2014/main" id="{D656BE0F-923C-9B49-4C5F-1FB15171BF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4" r="8787" b="50368"/>
          <a:stretch>
            <a:fillRect/>
          </a:stretch>
        </p:blipFill>
        <p:spPr bwMode="auto">
          <a:xfrm>
            <a:off x="6053405" y="4816026"/>
            <a:ext cx="792263" cy="567392"/>
          </a:xfrm>
          <a:custGeom>
            <a:avLst/>
            <a:gdLst>
              <a:gd name="csX0" fmla="*/ 0 w 792263"/>
              <a:gd name="csY0" fmla="*/ 0 h 567392"/>
              <a:gd name="csX1" fmla="*/ 388209 w 792263"/>
              <a:gd name="csY1" fmla="*/ 0 h 567392"/>
              <a:gd name="csX2" fmla="*/ 792263 w 792263"/>
              <a:gd name="csY2" fmla="*/ 0 h 567392"/>
              <a:gd name="csX3" fmla="*/ 792263 w 792263"/>
              <a:gd name="csY3" fmla="*/ 567392 h 567392"/>
              <a:gd name="csX4" fmla="*/ 396132 w 792263"/>
              <a:gd name="csY4" fmla="*/ 567392 h 567392"/>
              <a:gd name="csX5" fmla="*/ 0 w 792263"/>
              <a:gd name="csY5" fmla="*/ 567392 h 567392"/>
              <a:gd name="csX6" fmla="*/ 0 w 792263"/>
              <a:gd name="csY6" fmla="*/ 0 h 567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92263" h="567392" extrusionOk="0">
                <a:moveTo>
                  <a:pt x="0" y="0"/>
                </a:moveTo>
                <a:cubicBezTo>
                  <a:pt x="150669" y="-20763"/>
                  <a:pt x="277005" y="17432"/>
                  <a:pt x="388209" y="0"/>
                </a:cubicBezTo>
                <a:cubicBezTo>
                  <a:pt x="499413" y="-17432"/>
                  <a:pt x="592396" y="27870"/>
                  <a:pt x="792263" y="0"/>
                </a:cubicBezTo>
                <a:cubicBezTo>
                  <a:pt x="855918" y="223227"/>
                  <a:pt x="724500" y="358203"/>
                  <a:pt x="792263" y="567392"/>
                </a:cubicBezTo>
                <a:cubicBezTo>
                  <a:pt x="649408" y="589888"/>
                  <a:pt x="515894" y="548450"/>
                  <a:pt x="396132" y="567392"/>
                </a:cubicBezTo>
                <a:cubicBezTo>
                  <a:pt x="276370" y="586334"/>
                  <a:pt x="162215" y="535549"/>
                  <a:pt x="0" y="567392"/>
                </a:cubicBezTo>
                <a:cubicBezTo>
                  <a:pt x="-65464" y="418663"/>
                  <a:pt x="34620" y="218036"/>
                  <a:pt x="0" y="0"/>
                </a:cubicBezTo>
                <a:close/>
              </a:path>
            </a:pathLst>
          </a:custGeom>
          <a:noFill/>
          <a:ln w="666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FBB74540-0DAF-1412-51A3-053D4BB24328}"/>
              </a:ext>
            </a:extLst>
          </p:cNvPr>
          <p:cNvSpPr/>
          <p:nvPr/>
        </p:nvSpPr>
        <p:spPr>
          <a:xfrm rot="2497658">
            <a:off x="3718473" y="3863927"/>
            <a:ext cx="1416148" cy="623668"/>
          </a:xfrm>
          <a:prstGeom prst="rightArrow">
            <a:avLst/>
          </a:prstGeom>
          <a:solidFill>
            <a:schemeClr val="tx2">
              <a:lumMod val="25000"/>
              <a:lumOff val="75000"/>
              <a:alpha val="77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9FB20E6-DDE5-4A67-236E-05578A6AC1B5}"/>
              </a:ext>
            </a:extLst>
          </p:cNvPr>
          <p:cNvSpPr/>
          <p:nvPr/>
        </p:nvSpPr>
        <p:spPr>
          <a:xfrm rot="8546702">
            <a:off x="6671994" y="4232141"/>
            <a:ext cx="1416148" cy="623668"/>
          </a:xfrm>
          <a:prstGeom prst="rightArrow">
            <a:avLst/>
          </a:prstGeom>
          <a:solidFill>
            <a:schemeClr val="tx2">
              <a:lumMod val="25000"/>
              <a:lumOff val="75000"/>
              <a:alpha val="77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2284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A97B-514B-7672-E3EC-6892AD9E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169E-25D9-547E-3205-CDCDCC93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8688" cy="548131"/>
          </a:xfrm>
        </p:spPr>
        <p:txBody>
          <a:bodyPr>
            <a:normAutofit/>
          </a:bodyPr>
          <a:lstStyle/>
          <a:p>
            <a:r>
              <a:rPr lang="da-DK" sz="2400" dirty="0"/>
              <a:t>Orgel med 7+ keyboards over 30+ oktaver (i Excel-MVP)</a:t>
            </a:r>
          </a:p>
        </p:txBody>
      </p:sp>
      <p:pic>
        <p:nvPicPr>
          <p:cNvPr id="1026" name="Picture 2" descr="The Midmer-Losh | HORC">
            <a:extLst>
              <a:ext uri="{FF2B5EF4-FFF2-40B4-BE49-F238E27FC236}">
                <a16:creationId xmlns:a16="http://schemas.microsoft.com/office/drawing/2014/main" id="{5B26D887-6DE3-2EA0-1E90-78C232417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00" y="835013"/>
            <a:ext cx="8935540" cy="558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458691-653D-6BB4-B1A1-EA93AB29FCF2}"/>
              </a:ext>
            </a:extLst>
          </p:cNvPr>
          <p:cNvSpPr txBox="1"/>
          <p:nvPr/>
        </p:nvSpPr>
        <p:spPr>
          <a:xfrm>
            <a:off x="3354752" y="6419726"/>
            <a:ext cx="438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 Reger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Fantasia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Fugue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on B-A-C-H</a:t>
            </a:r>
          </a:p>
        </p:txBody>
      </p:sp>
      <p:pic>
        <p:nvPicPr>
          <p:cNvPr id="11" name="Picture 6" descr="Baby Einstein - Magisk keyboard">
            <a:extLst>
              <a:ext uri="{FF2B5EF4-FFF2-40B4-BE49-F238E27FC236}">
                <a16:creationId xmlns:a16="http://schemas.microsoft.com/office/drawing/2014/main" id="{74BE8070-3574-17E5-066D-7CD8071D74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" t="35251" r="2268" b="36438"/>
          <a:stretch>
            <a:fillRect/>
          </a:stretch>
        </p:blipFill>
        <p:spPr bwMode="auto">
          <a:xfrm>
            <a:off x="4886399" y="4607918"/>
            <a:ext cx="632606" cy="208108"/>
          </a:xfrm>
          <a:custGeom>
            <a:avLst/>
            <a:gdLst>
              <a:gd name="csX0" fmla="*/ 0 w 632606"/>
              <a:gd name="csY0" fmla="*/ 0 h 208108"/>
              <a:gd name="csX1" fmla="*/ 303651 w 632606"/>
              <a:gd name="csY1" fmla="*/ 0 h 208108"/>
              <a:gd name="csX2" fmla="*/ 632606 w 632606"/>
              <a:gd name="csY2" fmla="*/ 0 h 208108"/>
              <a:gd name="csX3" fmla="*/ 632606 w 632606"/>
              <a:gd name="csY3" fmla="*/ 208108 h 208108"/>
              <a:gd name="csX4" fmla="*/ 316303 w 632606"/>
              <a:gd name="csY4" fmla="*/ 208108 h 208108"/>
              <a:gd name="csX5" fmla="*/ 0 w 632606"/>
              <a:gd name="csY5" fmla="*/ 208108 h 208108"/>
              <a:gd name="csX6" fmla="*/ 0 w 632606"/>
              <a:gd name="csY6" fmla="*/ 0 h 208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32606" h="208108" extrusionOk="0">
                <a:moveTo>
                  <a:pt x="0" y="0"/>
                </a:moveTo>
                <a:cubicBezTo>
                  <a:pt x="78372" y="-35667"/>
                  <a:pt x="220469" y="22908"/>
                  <a:pt x="303651" y="0"/>
                </a:cubicBezTo>
                <a:cubicBezTo>
                  <a:pt x="386833" y="-22908"/>
                  <a:pt x="512374" y="17807"/>
                  <a:pt x="632606" y="0"/>
                </a:cubicBezTo>
                <a:cubicBezTo>
                  <a:pt x="634675" y="92569"/>
                  <a:pt x="628519" y="148989"/>
                  <a:pt x="632606" y="208108"/>
                </a:cubicBezTo>
                <a:cubicBezTo>
                  <a:pt x="501154" y="237744"/>
                  <a:pt x="417485" y="196168"/>
                  <a:pt x="316303" y="208108"/>
                </a:cubicBezTo>
                <a:cubicBezTo>
                  <a:pt x="215121" y="220048"/>
                  <a:pt x="117452" y="204789"/>
                  <a:pt x="0" y="208108"/>
                </a:cubicBezTo>
                <a:cubicBezTo>
                  <a:pt x="-8868" y="153836"/>
                  <a:pt x="6458" y="57825"/>
                  <a:pt x="0" y="0"/>
                </a:cubicBezTo>
                <a:close/>
              </a:path>
            </a:pathLst>
          </a:custGeom>
          <a:noFill/>
          <a:ln w="666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0114314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sx="104000" sy="104000" algn="tl" rotWithShape="0">
              <a:srgbClr val="FF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ositivspillerens lirekasser - Positivspilleren">
            <a:extLst>
              <a:ext uri="{FF2B5EF4-FFF2-40B4-BE49-F238E27FC236}">
                <a16:creationId xmlns:a16="http://schemas.microsoft.com/office/drawing/2014/main" id="{457E564F-427A-0752-7418-D27F17618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4" r="8787" b="50368"/>
          <a:stretch>
            <a:fillRect/>
          </a:stretch>
        </p:blipFill>
        <p:spPr bwMode="auto">
          <a:xfrm>
            <a:off x="6053405" y="4816026"/>
            <a:ext cx="792263" cy="567392"/>
          </a:xfrm>
          <a:custGeom>
            <a:avLst/>
            <a:gdLst>
              <a:gd name="csX0" fmla="*/ 0 w 792263"/>
              <a:gd name="csY0" fmla="*/ 0 h 567392"/>
              <a:gd name="csX1" fmla="*/ 388209 w 792263"/>
              <a:gd name="csY1" fmla="*/ 0 h 567392"/>
              <a:gd name="csX2" fmla="*/ 792263 w 792263"/>
              <a:gd name="csY2" fmla="*/ 0 h 567392"/>
              <a:gd name="csX3" fmla="*/ 792263 w 792263"/>
              <a:gd name="csY3" fmla="*/ 567392 h 567392"/>
              <a:gd name="csX4" fmla="*/ 396132 w 792263"/>
              <a:gd name="csY4" fmla="*/ 567392 h 567392"/>
              <a:gd name="csX5" fmla="*/ 0 w 792263"/>
              <a:gd name="csY5" fmla="*/ 567392 h 567392"/>
              <a:gd name="csX6" fmla="*/ 0 w 792263"/>
              <a:gd name="csY6" fmla="*/ 0 h 567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92263" h="567392" extrusionOk="0">
                <a:moveTo>
                  <a:pt x="0" y="0"/>
                </a:moveTo>
                <a:cubicBezTo>
                  <a:pt x="150669" y="-20763"/>
                  <a:pt x="277005" y="17432"/>
                  <a:pt x="388209" y="0"/>
                </a:cubicBezTo>
                <a:cubicBezTo>
                  <a:pt x="499413" y="-17432"/>
                  <a:pt x="592396" y="27870"/>
                  <a:pt x="792263" y="0"/>
                </a:cubicBezTo>
                <a:cubicBezTo>
                  <a:pt x="855918" y="223227"/>
                  <a:pt x="724500" y="358203"/>
                  <a:pt x="792263" y="567392"/>
                </a:cubicBezTo>
                <a:cubicBezTo>
                  <a:pt x="649408" y="589888"/>
                  <a:pt x="515894" y="548450"/>
                  <a:pt x="396132" y="567392"/>
                </a:cubicBezTo>
                <a:cubicBezTo>
                  <a:pt x="276370" y="586334"/>
                  <a:pt x="162215" y="535549"/>
                  <a:pt x="0" y="567392"/>
                </a:cubicBezTo>
                <a:cubicBezTo>
                  <a:pt x="-65464" y="418663"/>
                  <a:pt x="34620" y="218036"/>
                  <a:pt x="0" y="0"/>
                </a:cubicBezTo>
                <a:close/>
              </a:path>
            </a:pathLst>
          </a:custGeom>
          <a:noFill/>
          <a:ln w="666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90D93AB9-7903-0ED5-C7DB-6F4E3CA6C72D}"/>
              </a:ext>
            </a:extLst>
          </p:cNvPr>
          <p:cNvSpPr/>
          <p:nvPr/>
        </p:nvSpPr>
        <p:spPr>
          <a:xfrm rot="2497658">
            <a:off x="3718473" y="3863927"/>
            <a:ext cx="1416148" cy="623668"/>
          </a:xfrm>
          <a:prstGeom prst="rightArrow">
            <a:avLst/>
          </a:prstGeom>
          <a:solidFill>
            <a:schemeClr val="tx2">
              <a:lumMod val="25000"/>
              <a:lumOff val="75000"/>
              <a:alpha val="77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79750F6-8866-56F7-9CA3-F9356AF9FA36}"/>
              </a:ext>
            </a:extLst>
          </p:cNvPr>
          <p:cNvSpPr/>
          <p:nvPr/>
        </p:nvSpPr>
        <p:spPr>
          <a:xfrm rot="8546702">
            <a:off x="6671994" y="4232141"/>
            <a:ext cx="1416148" cy="623668"/>
          </a:xfrm>
          <a:prstGeom prst="rightArrow">
            <a:avLst/>
          </a:prstGeom>
          <a:solidFill>
            <a:schemeClr val="tx2">
              <a:lumMod val="25000"/>
              <a:lumOff val="75000"/>
              <a:alpha val="77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The image displays a spreadsheet or table with columns for various dates (Year, Month, Day) and rows for diary entries (No.Diary, DiaryTextLines), each containing a fragment of text detailing daily personal experiences or observations from February 15 to February 16, 1864.&#10;&#10;AI-generated content may be incorrect.">
            <a:extLst>
              <a:ext uri="{FF2B5EF4-FFF2-40B4-BE49-F238E27FC236}">
                <a16:creationId xmlns:a16="http://schemas.microsoft.com/office/drawing/2014/main" id="{C4D2DF39-384E-04D4-2526-A65FEB16E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477" y="2369890"/>
            <a:ext cx="3866046" cy="31349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4797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DD1BD-4A6C-8483-D719-88673BA8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6BA9-393F-C17A-7430-4740CB3B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8688" cy="1325563"/>
          </a:xfrm>
        </p:spPr>
        <p:txBody>
          <a:bodyPr>
            <a:normAutofit fontScale="90000"/>
          </a:bodyPr>
          <a:lstStyle/>
          <a:p>
            <a:r>
              <a:rPr lang="da-DK" sz="3600" dirty="0"/>
              <a:t>Ambitionsniveau</a:t>
            </a:r>
            <a:br>
              <a:rPr lang="da-DK" sz="3600" dirty="0"/>
            </a:br>
            <a:r>
              <a:rPr lang="da-DK" sz="3600" dirty="0"/>
              <a:t>Fætter BR-keyboard, Lirekassen </a:t>
            </a:r>
            <a:r>
              <a:rPr lang="da-DK" sz="3600" b="1" dirty="0"/>
              <a:t>eller</a:t>
            </a:r>
            <a:r>
              <a:rPr lang="da-DK" sz="3600" dirty="0"/>
              <a:t> </a:t>
            </a:r>
            <a:br>
              <a:rPr lang="da-DK" sz="3600" dirty="0"/>
            </a:br>
            <a:r>
              <a:rPr lang="da-DK" sz="3600" dirty="0"/>
              <a:t>Orgel med 7+ keyboards over 30+ oktaver </a:t>
            </a:r>
            <a:r>
              <a:rPr lang="da-DK" sz="3600"/>
              <a:t>(Excel-MVP)</a:t>
            </a:r>
            <a:endParaRPr lang="da-DK" sz="3600" dirty="0"/>
          </a:p>
        </p:txBody>
      </p:sp>
      <p:pic>
        <p:nvPicPr>
          <p:cNvPr id="1026" name="Picture 2" descr="The Midmer-Losh | HORC">
            <a:extLst>
              <a:ext uri="{FF2B5EF4-FFF2-40B4-BE49-F238E27FC236}">
                <a16:creationId xmlns:a16="http://schemas.microsoft.com/office/drawing/2014/main" id="{9106673E-3670-63F1-FD77-779DD8248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008" y="2100571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9223245-A9B0-7745-B0D8-59A59EE474FD}"/>
              </a:ext>
            </a:extLst>
          </p:cNvPr>
          <p:cNvGrpSpPr/>
          <p:nvPr/>
        </p:nvGrpSpPr>
        <p:grpSpPr>
          <a:xfrm>
            <a:off x="545412" y="1955146"/>
            <a:ext cx="3544866" cy="1400680"/>
            <a:chOff x="289029" y="5294320"/>
            <a:chExt cx="3544866" cy="1400680"/>
          </a:xfrm>
        </p:grpSpPr>
        <p:pic>
          <p:nvPicPr>
            <p:cNvPr id="1030" name="Picture 6" descr="Baby Einstein - Magisk keyboard">
              <a:extLst>
                <a:ext uri="{FF2B5EF4-FFF2-40B4-BE49-F238E27FC236}">
                  <a16:creationId xmlns:a16="http://schemas.microsoft.com/office/drawing/2014/main" id="{91385463-BF57-E34D-894D-8CC456141B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7" t="35251" r="2268" b="36438"/>
            <a:stretch>
              <a:fillRect/>
            </a:stretch>
          </p:blipFill>
          <p:spPr bwMode="auto">
            <a:xfrm>
              <a:off x="289029" y="5644417"/>
              <a:ext cx="3544866" cy="1050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5139423-5E65-D619-7A0B-37FF004897EF}"/>
                </a:ext>
              </a:extLst>
            </p:cNvPr>
            <p:cNvSpPr txBox="1"/>
            <p:nvPr/>
          </p:nvSpPr>
          <p:spPr>
            <a:xfrm>
              <a:off x="982929" y="5294320"/>
              <a:ext cx="2157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Lille Peter Edderkop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6211A18-F3A0-62F6-C630-E8864A68D38F}"/>
              </a:ext>
            </a:extLst>
          </p:cNvPr>
          <p:cNvSpPr txBox="1"/>
          <p:nvPr/>
        </p:nvSpPr>
        <p:spPr>
          <a:xfrm>
            <a:off x="7138524" y="6203578"/>
            <a:ext cx="438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Max Reger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Fantasia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Fugue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on B-A-C-H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5AD758-17D7-1715-E551-420CEF169FEA}"/>
              </a:ext>
            </a:extLst>
          </p:cNvPr>
          <p:cNvGrpSpPr/>
          <p:nvPr/>
        </p:nvGrpSpPr>
        <p:grpSpPr>
          <a:xfrm>
            <a:off x="962598" y="3773121"/>
            <a:ext cx="2607765" cy="3011879"/>
            <a:chOff x="2763637" y="2040785"/>
            <a:chExt cx="2607765" cy="3011879"/>
          </a:xfrm>
        </p:grpSpPr>
        <p:pic>
          <p:nvPicPr>
            <p:cNvPr id="3" name="Picture 2" descr="Positivspillerens lirekasser - Positivspilleren">
              <a:extLst>
                <a:ext uri="{FF2B5EF4-FFF2-40B4-BE49-F238E27FC236}">
                  <a16:creationId xmlns:a16="http://schemas.microsoft.com/office/drawing/2014/main" id="{9A444990-09D0-016B-0B5B-937338899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1300" y="2040785"/>
              <a:ext cx="2572440" cy="2661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4A6281-31DB-9F90-5A60-3593D8289EBC}"/>
                </a:ext>
              </a:extLst>
            </p:cNvPr>
            <p:cNvSpPr txBox="1"/>
            <p:nvPr/>
          </p:nvSpPr>
          <p:spPr>
            <a:xfrm>
              <a:off x="2763637" y="4683332"/>
              <a:ext cx="26077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Dengang jeg drog afsted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E457BE9F-4034-9052-9686-711AF844964B}"/>
              </a:ext>
            </a:extLst>
          </p:cNvPr>
          <p:cNvSpPr/>
          <p:nvPr/>
        </p:nvSpPr>
        <p:spPr>
          <a:xfrm>
            <a:off x="8398412" y="4622698"/>
            <a:ext cx="332935" cy="204376"/>
          </a:xfrm>
          <a:custGeom>
            <a:avLst/>
            <a:gdLst>
              <a:gd name="csX0" fmla="*/ 0 w 332935"/>
              <a:gd name="csY0" fmla="*/ 102188 h 204376"/>
              <a:gd name="csX1" fmla="*/ 166468 w 332935"/>
              <a:gd name="csY1" fmla="*/ 0 h 204376"/>
              <a:gd name="csX2" fmla="*/ 332936 w 332935"/>
              <a:gd name="csY2" fmla="*/ 102188 h 204376"/>
              <a:gd name="csX3" fmla="*/ 166468 w 332935"/>
              <a:gd name="csY3" fmla="*/ 204376 h 204376"/>
              <a:gd name="csX4" fmla="*/ 0 w 332935"/>
              <a:gd name="csY4" fmla="*/ 102188 h 2043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2935" h="204376" extrusionOk="0">
                <a:moveTo>
                  <a:pt x="0" y="102188"/>
                </a:moveTo>
                <a:cubicBezTo>
                  <a:pt x="-12671" y="47346"/>
                  <a:pt x="56054" y="8614"/>
                  <a:pt x="166468" y="0"/>
                </a:cubicBezTo>
                <a:cubicBezTo>
                  <a:pt x="261106" y="2648"/>
                  <a:pt x="335175" y="44509"/>
                  <a:pt x="332936" y="102188"/>
                </a:cubicBezTo>
                <a:cubicBezTo>
                  <a:pt x="329393" y="158464"/>
                  <a:pt x="281251" y="196722"/>
                  <a:pt x="166468" y="204376"/>
                </a:cubicBezTo>
                <a:cubicBezTo>
                  <a:pt x="71720" y="195146"/>
                  <a:pt x="3508" y="161890"/>
                  <a:pt x="0" y="102188"/>
                </a:cubicBezTo>
                <a:close/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70500016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2781DF-1AD4-75B2-26DC-7EBC4604F102}"/>
              </a:ext>
            </a:extLst>
          </p:cNvPr>
          <p:cNvCxnSpPr>
            <a:cxnSpLocks/>
            <a:stCxn id="10" idx="1"/>
            <a:endCxn id="1030" idx="3"/>
          </p:cNvCxnSpPr>
          <p:nvPr/>
        </p:nvCxnSpPr>
        <p:spPr>
          <a:xfrm flipH="1" flipV="1">
            <a:off x="4090278" y="2830535"/>
            <a:ext cx="4356891" cy="1822093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B2621AA-2FFF-BAA5-7A28-3F9237D15825}"/>
              </a:ext>
            </a:extLst>
          </p:cNvPr>
          <p:cNvSpPr/>
          <p:nvPr/>
        </p:nvSpPr>
        <p:spPr>
          <a:xfrm>
            <a:off x="8338712" y="5120081"/>
            <a:ext cx="1421305" cy="258425"/>
          </a:xfrm>
          <a:custGeom>
            <a:avLst/>
            <a:gdLst>
              <a:gd name="csX0" fmla="*/ 0 w 1421305"/>
              <a:gd name="csY0" fmla="*/ 129213 h 258425"/>
              <a:gd name="csX1" fmla="*/ 710653 w 1421305"/>
              <a:gd name="csY1" fmla="*/ 0 h 258425"/>
              <a:gd name="csX2" fmla="*/ 1421306 w 1421305"/>
              <a:gd name="csY2" fmla="*/ 129213 h 258425"/>
              <a:gd name="csX3" fmla="*/ 710653 w 1421305"/>
              <a:gd name="csY3" fmla="*/ 258426 h 258425"/>
              <a:gd name="csX4" fmla="*/ 0 w 1421305"/>
              <a:gd name="csY4" fmla="*/ 129213 h 258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21305" h="258425" extrusionOk="0">
                <a:moveTo>
                  <a:pt x="0" y="129213"/>
                </a:moveTo>
                <a:cubicBezTo>
                  <a:pt x="-57986" y="65152"/>
                  <a:pt x="280046" y="17775"/>
                  <a:pt x="710653" y="0"/>
                </a:cubicBezTo>
                <a:cubicBezTo>
                  <a:pt x="1116324" y="12932"/>
                  <a:pt x="1431679" y="52098"/>
                  <a:pt x="1421306" y="129213"/>
                </a:cubicBezTo>
                <a:cubicBezTo>
                  <a:pt x="1393563" y="199313"/>
                  <a:pt x="1127229" y="250354"/>
                  <a:pt x="710653" y="258426"/>
                </a:cubicBezTo>
                <a:cubicBezTo>
                  <a:pt x="315305" y="249013"/>
                  <a:pt x="9871" y="209761"/>
                  <a:pt x="0" y="129213"/>
                </a:cubicBezTo>
                <a:close/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70500016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755010-3825-503C-A397-EDB7B0074EAA}"/>
              </a:ext>
            </a:extLst>
          </p:cNvPr>
          <p:cNvCxnSpPr>
            <a:cxnSpLocks/>
            <a:stCxn id="20" idx="2"/>
            <a:endCxn id="3" idx="3"/>
          </p:cNvCxnSpPr>
          <p:nvPr/>
        </p:nvCxnSpPr>
        <p:spPr>
          <a:xfrm flipH="1" flipV="1">
            <a:off x="3552701" y="5104012"/>
            <a:ext cx="4786011" cy="145282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0A08306E-7C5A-2950-26F8-A076359F0412}"/>
              </a:ext>
            </a:extLst>
          </p:cNvPr>
          <p:cNvSpPr/>
          <p:nvPr/>
        </p:nvSpPr>
        <p:spPr>
          <a:xfrm>
            <a:off x="7247823" y="3994485"/>
            <a:ext cx="3455469" cy="1916086"/>
          </a:xfrm>
          <a:custGeom>
            <a:avLst/>
            <a:gdLst>
              <a:gd name="csX0" fmla="*/ 0 w 3455469"/>
              <a:gd name="csY0" fmla="*/ 958043 h 1916086"/>
              <a:gd name="csX1" fmla="*/ 1727735 w 3455469"/>
              <a:gd name="csY1" fmla="*/ 0 h 1916086"/>
              <a:gd name="csX2" fmla="*/ 3455470 w 3455469"/>
              <a:gd name="csY2" fmla="*/ 958043 h 1916086"/>
              <a:gd name="csX3" fmla="*/ 1727735 w 3455469"/>
              <a:gd name="csY3" fmla="*/ 1916086 h 1916086"/>
              <a:gd name="csX4" fmla="*/ 0 w 3455469"/>
              <a:gd name="csY4" fmla="*/ 958043 h 19160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455469" h="1916086" extrusionOk="0">
                <a:moveTo>
                  <a:pt x="0" y="958043"/>
                </a:moveTo>
                <a:cubicBezTo>
                  <a:pt x="-33509" y="433149"/>
                  <a:pt x="601885" y="80027"/>
                  <a:pt x="1727735" y="0"/>
                </a:cubicBezTo>
                <a:cubicBezTo>
                  <a:pt x="2691878" y="9748"/>
                  <a:pt x="3536394" y="384049"/>
                  <a:pt x="3455470" y="958043"/>
                </a:cubicBezTo>
                <a:cubicBezTo>
                  <a:pt x="3273187" y="1478864"/>
                  <a:pt x="2825653" y="1867935"/>
                  <a:pt x="1727735" y="1916086"/>
                </a:cubicBezTo>
                <a:cubicBezTo>
                  <a:pt x="743468" y="1817322"/>
                  <a:pt x="59735" y="1542749"/>
                  <a:pt x="0" y="958043"/>
                </a:cubicBezTo>
                <a:close/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70500016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2A4512-4864-0EA5-8C68-EB1160F80581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8975558" y="5910571"/>
            <a:ext cx="0" cy="409883"/>
          </a:xfrm>
          <a:prstGeom prst="straightConnector1">
            <a:avLst/>
          </a:prstGeom>
          <a:ln w="28575">
            <a:solidFill>
              <a:srgbClr val="FF0000"/>
            </a:solidFill>
            <a:tailEnd type="arrow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421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5B79-F30B-D6B4-730A-ADBB0F62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image displays a Microsoft Excel PivotTable, featuring a calendar data set from 1800 to 1802, with various data fields such as date, month, day, and weekday.&#10;&#10;AI-generated content may be incorrect.">
            <a:extLst>
              <a:ext uri="{FF2B5EF4-FFF2-40B4-BE49-F238E27FC236}">
                <a16:creationId xmlns:a16="http://schemas.microsoft.com/office/drawing/2014/main" id="{68D210F4-6D14-D70F-2086-0E6F0A10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76" y="1661818"/>
            <a:ext cx="3089490" cy="253524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The image displays a table with a date column (1864-01-XX) and text entries describing daily events and weather in January 1864.&#10;&#10;AI-generated content may be incorrect.">
            <a:extLst>
              <a:ext uri="{FF2B5EF4-FFF2-40B4-BE49-F238E27FC236}">
                <a16:creationId xmlns:a16="http://schemas.microsoft.com/office/drawing/2014/main" id="{1416FBB1-D062-4058-3B0F-E085543B9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164" y="2179345"/>
            <a:ext cx="3089490" cy="2516352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C3EF09-3EFD-CFBB-1C15-23F4A911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Bygge en </a:t>
            </a:r>
            <a:r>
              <a:rPr lang="da-DK" dirty="0" err="1"/>
              <a:t>fuld-skala</a:t>
            </a:r>
            <a:r>
              <a:rPr lang="da-DK" dirty="0"/>
              <a:t> MVP i Excel </a:t>
            </a:r>
            <a:br>
              <a:rPr lang="da-DK" dirty="0"/>
            </a:br>
            <a:r>
              <a:rPr lang="da-DK" sz="2400" dirty="0"/>
              <a:t>(med Power Query og Power Pivot)</a:t>
            </a:r>
            <a:endParaRPr lang="da-DK" dirty="0"/>
          </a:p>
        </p:txBody>
      </p:sp>
      <p:pic>
        <p:nvPicPr>
          <p:cNvPr id="5" name="Picture 4" descr="The image displays a calendar interface with various data entries, including diary, work, person, and location details, each associated with specific version numbers.&#10;&#10;AI-generated content may be incorrect.">
            <a:extLst>
              <a:ext uri="{FF2B5EF4-FFF2-40B4-BE49-F238E27FC236}">
                <a16:creationId xmlns:a16="http://schemas.microsoft.com/office/drawing/2014/main" id="{DDE8A4C3-7117-2350-0AF0-617366F736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01" t="8589" r="19449" b="4279"/>
          <a:stretch>
            <a:fillRect/>
          </a:stretch>
        </p:blipFill>
        <p:spPr>
          <a:xfrm>
            <a:off x="77168" y="3094891"/>
            <a:ext cx="1303606" cy="10503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5485F211-ACC4-90B3-CD82-4F0B1803153B}"/>
              </a:ext>
            </a:extLst>
          </p:cNvPr>
          <p:cNvSpPr/>
          <p:nvPr/>
        </p:nvSpPr>
        <p:spPr>
          <a:xfrm>
            <a:off x="935480" y="4249027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Excel</a:t>
            </a:r>
          </a:p>
        </p:txBody>
      </p:sp>
      <p:pic>
        <p:nvPicPr>
          <p:cNvPr id="3" name="Picture 2" descr="The image displays a spreadsheet or database table listing various works of H. C. Andersen, including titles, publication years, and categorizations.&#10;&#10;AI-generated content may be incorrect.">
            <a:extLst>
              <a:ext uri="{FF2B5EF4-FFF2-40B4-BE49-F238E27FC236}">
                <a16:creationId xmlns:a16="http://schemas.microsoft.com/office/drawing/2014/main" id="{576A29A2-2341-0712-CB0B-9DBA2B37C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4122" y="2477113"/>
            <a:ext cx="3149718" cy="26769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PERSON-REGISTER&#10;&#10;AI-generated content may be incorrect.">
            <a:extLst>
              <a:ext uri="{FF2B5EF4-FFF2-40B4-BE49-F238E27FC236}">
                <a16:creationId xmlns:a16="http://schemas.microsoft.com/office/drawing/2014/main" id="{308CEEF6-2FBC-FD54-3989-C72C5A238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026" y="2921815"/>
            <a:ext cx="3356438" cy="26262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The image displays a Microsoft Excel spreadsheet with various data entries, including registry titles and descriptions, formatted for JSON structure.&#10;&#10;AI-generated content may be incorrect.">
            <a:extLst>
              <a:ext uri="{FF2B5EF4-FFF2-40B4-BE49-F238E27FC236}">
                <a16:creationId xmlns:a16="http://schemas.microsoft.com/office/drawing/2014/main" id="{5EFF4E8F-698A-DFDD-70FB-82065D52D2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0096" y="3759376"/>
            <a:ext cx="3421548" cy="26258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506BC8-BABF-3F46-BDAB-2C6A54F83C49}"/>
              </a:ext>
            </a:extLst>
          </p:cNvPr>
          <p:cNvSpPr txBox="1"/>
          <p:nvPr/>
        </p:nvSpPr>
        <p:spPr>
          <a:xfrm>
            <a:off x="2955355" y="6425831"/>
            <a:ext cx="1958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Data-tabeller i Excel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82A34-0145-52DE-5901-E16F509A6036}"/>
              </a:ext>
            </a:extLst>
          </p:cNvPr>
          <p:cNvSpPr txBox="1"/>
          <p:nvPr/>
        </p:nvSpPr>
        <p:spPr>
          <a:xfrm>
            <a:off x="5721644" y="4079750"/>
            <a:ext cx="763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Steder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8774F4-BF6B-3C0D-F047-A45D5B7CBE6A}"/>
              </a:ext>
            </a:extLst>
          </p:cNvPr>
          <p:cNvSpPr txBox="1"/>
          <p:nvPr/>
        </p:nvSpPr>
        <p:spPr>
          <a:xfrm>
            <a:off x="5469464" y="3294910"/>
            <a:ext cx="973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Personer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ABFA73-7255-8332-805F-CB963F89046B}"/>
              </a:ext>
            </a:extLst>
          </p:cNvPr>
          <p:cNvSpPr txBox="1"/>
          <p:nvPr/>
        </p:nvSpPr>
        <p:spPr>
          <a:xfrm>
            <a:off x="4796654" y="2118251"/>
            <a:ext cx="10374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Dagbøger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654B6-B888-125F-B3D1-089B918FF830}"/>
              </a:ext>
            </a:extLst>
          </p:cNvPr>
          <p:cNvSpPr txBox="1"/>
          <p:nvPr/>
        </p:nvSpPr>
        <p:spPr>
          <a:xfrm>
            <a:off x="5296240" y="2689976"/>
            <a:ext cx="807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Værker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8E9613-59EE-B2FF-67DB-7934FE05AC4A}"/>
              </a:ext>
            </a:extLst>
          </p:cNvPr>
          <p:cNvSpPr txBox="1"/>
          <p:nvPr/>
        </p:nvSpPr>
        <p:spPr>
          <a:xfrm>
            <a:off x="4601266" y="1727784"/>
            <a:ext cx="9753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Kalender</a:t>
            </a:r>
          </a:p>
        </p:txBody>
      </p:sp>
    </p:spTree>
    <p:extLst>
      <p:ext uri="{BB962C8B-B14F-4D97-AF65-F5344CB8AC3E}">
        <p14:creationId xmlns:p14="http://schemas.microsoft.com/office/powerpoint/2010/main" val="267863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88B9-4C01-E91A-D209-C861774B5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image displays a Microsoft Excel PivotTable, featuring a calendar data set from 1800 to 1802, with various data fields such as date, month, day, and weekday.&#10;&#10;AI-generated content may be incorrect.">
            <a:extLst>
              <a:ext uri="{FF2B5EF4-FFF2-40B4-BE49-F238E27FC236}">
                <a16:creationId xmlns:a16="http://schemas.microsoft.com/office/drawing/2014/main" id="{BEC0A1F5-5127-EF35-5D10-A948B509F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76" y="1661818"/>
            <a:ext cx="3089490" cy="253524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The image displays a table with a date column (1864-01-XX) and text entries describing daily events and weather in January 1864.&#10;&#10;AI-generated content may be incorrect.">
            <a:extLst>
              <a:ext uri="{FF2B5EF4-FFF2-40B4-BE49-F238E27FC236}">
                <a16:creationId xmlns:a16="http://schemas.microsoft.com/office/drawing/2014/main" id="{57B25AFB-4B4B-492D-6BF0-A0C85E632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164" y="2179345"/>
            <a:ext cx="3089490" cy="2516352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367F0D-0494-E34B-62F4-D44D08FB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Bygge en </a:t>
            </a:r>
            <a:r>
              <a:rPr lang="da-DK" dirty="0" err="1"/>
              <a:t>fuld-skala</a:t>
            </a:r>
            <a:r>
              <a:rPr lang="da-DK" dirty="0"/>
              <a:t> MVP i Excel </a:t>
            </a:r>
            <a:br>
              <a:rPr lang="da-DK" dirty="0"/>
            </a:br>
            <a:r>
              <a:rPr lang="da-DK" sz="2400" dirty="0"/>
              <a:t>(med Power Query og Power Pivot)</a:t>
            </a:r>
            <a:endParaRPr lang="da-DK" dirty="0"/>
          </a:p>
        </p:txBody>
      </p:sp>
      <p:pic>
        <p:nvPicPr>
          <p:cNvPr id="5" name="Picture 4" descr="The image displays a calendar interface with various data entries, including diary, work, person, and location details, each associated with specific version numbers.&#10;&#10;AI-generated content may be incorrect.">
            <a:extLst>
              <a:ext uri="{FF2B5EF4-FFF2-40B4-BE49-F238E27FC236}">
                <a16:creationId xmlns:a16="http://schemas.microsoft.com/office/drawing/2014/main" id="{873AD691-E30B-6611-D012-6285450A0C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01" t="8589" r="19449" b="4279"/>
          <a:stretch>
            <a:fillRect/>
          </a:stretch>
        </p:blipFill>
        <p:spPr>
          <a:xfrm>
            <a:off x="77168" y="3094891"/>
            <a:ext cx="1303606" cy="10503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 descr="FactDiaCalPQ.&#10;&#10;AI-generated content may be incorrect.">
            <a:extLst>
              <a:ext uri="{FF2B5EF4-FFF2-40B4-BE49-F238E27FC236}">
                <a16:creationId xmlns:a16="http://schemas.microsoft.com/office/drawing/2014/main" id="{CCFFF1B7-23CB-8322-ADB7-1A1B0307AE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174" t="9081" r="5509" b="6374"/>
          <a:stretch>
            <a:fillRect/>
          </a:stretch>
        </p:blipFill>
        <p:spPr>
          <a:xfrm>
            <a:off x="5520055" y="4330288"/>
            <a:ext cx="642938" cy="4429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316E461D-0E88-771F-4CFB-907C7D5D6079}"/>
              </a:ext>
            </a:extLst>
          </p:cNvPr>
          <p:cNvSpPr/>
          <p:nvPr/>
        </p:nvSpPr>
        <p:spPr>
          <a:xfrm>
            <a:off x="935480" y="4264792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Excel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E091ACB-81BE-FCDD-1E7C-9D0E6B7CEEF2}"/>
              </a:ext>
            </a:extLst>
          </p:cNvPr>
          <p:cNvSpPr/>
          <p:nvPr/>
        </p:nvSpPr>
        <p:spPr>
          <a:xfrm>
            <a:off x="4629467" y="4264791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Power Query</a:t>
            </a:r>
          </a:p>
        </p:txBody>
      </p:sp>
      <p:pic>
        <p:nvPicPr>
          <p:cNvPr id="31" name="Picture 30" descr="The image displays a Microsoft Excel PivotTable with various data fields such as 'DimCalendar', 'PKDate', and 'Year', organized in a grid format.&#10;&#10;AI-generated content may be incorrect.">
            <a:extLst>
              <a:ext uri="{FF2B5EF4-FFF2-40B4-BE49-F238E27FC236}">
                <a16:creationId xmlns:a16="http://schemas.microsoft.com/office/drawing/2014/main" id="{A8CE214F-9B6C-6338-43D9-3678355D5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9139" y="1909763"/>
            <a:ext cx="2386013" cy="17583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32" descr="The image displays a table with various entries, including dates, weather descriptions, and events, resembling a diary or log.&#10;&#10;AI-generated content may be incorrect.">
            <a:extLst>
              <a:ext uri="{FF2B5EF4-FFF2-40B4-BE49-F238E27FC236}">
                <a16:creationId xmlns:a16="http://schemas.microsoft.com/office/drawing/2014/main" id="{B71FA23F-0037-BA92-7207-25B0E5DBEE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546" y="2398420"/>
            <a:ext cx="2470322" cy="18410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 descr="The image displays a table with a series of values, starting from 1000020 and incrementing by 100000 up to 1000360, with some values repeated.&#10;&#10;AI-generated content may be incorrect.">
            <a:extLst>
              <a:ext uri="{FF2B5EF4-FFF2-40B4-BE49-F238E27FC236}">
                <a16:creationId xmlns:a16="http://schemas.microsoft.com/office/drawing/2014/main" id="{C09E0420-0C7D-F3FD-9DEE-4C8C7F00CC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7470" y="2922849"/>
            <a:ext cx="668953" cy="23717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462F55-00A1-872D-31DD-8FD638C2ACCF}"/>
              </a:ext>
            </a:extLst>
          </p:cNvPr>
          <p:cNvSpPr txBox="1"/>
          <p:nvPr/>
        </p:nvSpPr>
        <p:spPr>
          <a:xfrm>
            <a:off x="2799187" y="6440673"/>
            <a:ext cx="6189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Dimension og </a:t>
            </a:r>
            <a:r>
              <a:rPr lang="da-DK" sz="1600" dirty="0" err="1"/>
              <a:t>Fact</a:t>
            </a:r>
            <a:r>
              <a:rPr lang="da-DK" sz="1600" dirty="0"/>
              <a:t> tabeller i </a:t>
            </a:r>
            <a:r>
              <a:rPr lang="da-DK" sz="1600" b="1" dirty="0"/>
              <a:t>Power Query </a:t>
            </a:r>
            <a:r>
              <a:rPr lang="da-DK" sz="1600" dirty="0"/>
              <a:t>baseret på </a:t>
            </a:r>
            <a:r>
              <a:rPr lang="da-DK" sz="1600" b="1" dirty="0"/>
              <a:t>Excel</a:t>
            </a:r>
            <a:r>
              <a:rPr lang="da-DK" sz="1600" dirty="0"/>
              <a:t>-tabeller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97562-96E0-C91D-9EB6-D41717AA5A12}"/>
              </a:ext>
            </a:extLst>
          </p:cNvPr>
          <p:cNvSpPr txBox="1"/>
          <p:nvPr/>
        </p:nvSpPr>
        <p:spPr>
          <a:xfrm>
            <a:off x="6994886" y="4802233"/>
            <a:ext cx="1993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 err="1"/>
              <a:t>Fact-Diary-Celendar</a:t>
            </a:r>
            <a:endParaRPr lang="da-DK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C7E7B-0829-FBFF-C3E7-A21673D9B3DC}"/>
              </a:ext>
            </a:extLst>
          </p:cNvPr>
          <p:cNvSpPr txBox="1"/>
          <p:nvPr/>
        </p:nvSpPr>
        <p:spPr>
          <a:xfrm>
            <a:off x="8413100" y="3292779"/>
            <a:ext cx="1782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Dimensions-</a:t>
            </a:r>
            <a:r>
              <a:rPr lang="da-DK" sz="1600" dirty="0" err="1"/>
              <a:t>Diary</a:t>
            </a:r>
            <a:endParaRPr lang="da-DK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3BFC1-0E4B-1E25-D076-89D884C318CF}"/>
              </a:ext>
            </a:extLst>
          </p:cNvPr>
          <p:cNvSpPr txBox="1"/>
          <p:nvPr/>
        </p:nvSpPr>
        <p:spPr>
          <a:xfrm>
            <a:off x="7825152" y="1969087"/>
            <a:ext cx="2137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Dimensions-Calendar</a:t>
            </a:r>
          </a:p>
        </p:txBody>
      </p:sp>
    </p:spTree>
    <p:extLst>
      <p:ext uri="{BB962C8B-B14F-4D97-AF65-F5344CB8AC3E}">
        <p14:creationId xmlns:p14="http://schemas.microsoft.com/office/powerpoint/2010/main" val="404792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0EB3-54CD-5CA0-DC84-F78AC52C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EF0-6545-B6D9-770C-B789E4B0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Bygge en </a:t>
            </a:r>
            <a:r>
              <a:rPr lang="da-DK" dirty="0" err="1"/>
              <a:t>fuld-skala</a:t>
            </a:r>
            <a:r>
              <a:rPr lang="da-DK" dirty="0"/>
              <a:t> MVP i Excel </a:t>
            </a:r>
            <a:br>
              <a:rPr lang="da-DK" dirty="0"/>
            </a:br>
            <a:r>
              <a:rPr lang="da-DK" sz="2400" dirty="0"/>
              <a:t>(med Power Query og Power Pivot)</a:t>
            </a:r>
            <a:endParaRPr lang="da-DK" dirty="0"/>
          </a:p>
        </p:txBody>
      </p:sp>
      <p:pic>
        <p:nvPicPr>
          <p:cNvPr id="24" name="Picture 23" descr="FactDiaCalPQ.&#10;&#10;AI-generated content may be incorrect.">
            <a:extLst>
              <a:ext uri="{FF2B5EF4-FFF2-40B4-BE49-F238E27FC236}">
                <a16:creationId xmlns:a16="http://schemas.microsoft.com/office/drawing/2014/main" id="{24C759AB-A2B0-0124-E637-328405307C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74" t="9081" r="5509" b="6374"/>
          <a:stretch>
            <a:fillRect/>
          </a:stretch>
        </p:blipFill>
        <p:spPr>
          <a:xfrm>
            <a:off x="167005" y="4330288"/>
            <a:ext cx="642938" cy="4429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 descr="The image displays a Microsoft Excel PivotTable with various data fields such as 'DimCalendar', 'PKDate', and 'Year', organized in a grid format.&#10;&#10;AI-generated content may be incorrect.">
            <a:extLst>
              <a:ext uri="{FF2B5EF4-FFF2-40B4-BE49-F238E27FC236}">
                <a16:creationId xmlns:a16="http://schemas.microsoft.com/office/drawing/2014/main" id="{19C8134F-47D7-F41C-0C06-EDB806C73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9" y="1909763"/>
            <a:ext cx="2386013" cy="17583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32" descr="The image displays a table with various entries, including dates, weather descriptions, and events, resembling a diary or log.&#10;&#10;AI-generated content may be incorrect.">
            <a:extLst>
              <a:ext uri="{FF2B5EF4-FFF2-40B4-BE49-F238E27FC236}">
                <a16:creationId xmlns:a16="http://schemas.microsoft.com/office/drawing/2014/main" id="{D392556F-973F-D648-2E34-CCC2EBDC6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96" y="2398420"/>
            <a:ext cx="2470322" cy="18410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 descr="The image displays a table with a series of values, starting from 1000020 and incrementing by 100000 up to 1000360, with some values repeated.&#10;&#10;AI-generated content may be incorrect.">
            <a:extLst>
              <a:ext uri="{FF2B5EF4-FFF2-40B4-BE49-F238E27FC236}">
                <a16:creationId xmlns:a16="http://schemas.microsoft.com/office/drawing/2014/main" id="{F1CE35F6-A56E-DB86-9183-952F3A0D7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420" y="2922849"/>
            <a:ext cx="668953" cy="23717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 descr="The image appears to be a Microsoft Excel interface, specifically the Power Pivot tool, with a focus on a PivotTable that includes various fields such as ISOWeek, MonthText, DayNo, VolRef, and others. It includes a sample data entry for the date January 1, 1864, with a value of 1864-XX.&#10;&#10;AI-generated content may be incorrect.">
            <a:extLst>
              <a:ext uri="{FF2B5EF4-FFF2-40B4-BE49-F238E27FC236}">
                <a16:creationId xmlns:a16="http://schemas.microsoft.com/office/drawing/2014/main" id="{77F209A0-58FF-E6DC-D1AD-BBE502E48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47" y="1752092"/>
            <a:ext cx="4538525" cy="31337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Picture 38" descr="The image displays a diagram with various elements related to a calendar or scheduling system, including date and time references, precision levels, and booking details.&#10;&#10;AI-generated content may be incorrect.">
            <a:extLst>
              <a:ext uri="{FF2B5EF4-FFF2-40B4-BE49-F238E27FC236}">
                <a16:creationId xmlns:a16="http://schemas.microsoft.com/office/drawing/2014/main" id="{1A7EF734-6D0A-E052-0A64-4B6A1CAFE9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9973" y="2788919"/>
            <a:ext cx="1508395" cy="15763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 descr="The image displays a Microsoft Excel worksheet with a list of dialed numbers, their counts, and a series of sequential date entries.&#10;&#10;AI-generated content may be incorrect.">
            <a:extLst>
              <a:ext uri="{FF2B5EF4-FFF2-40B4-BE49-F238E27FC236}">
                <a16:creationId xmlns:a16="http://schemas.microsoft.com/office/drawing/2014/main" id="{C342D734-0CC4-043C-4F3F-B3AD467465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097" y="4057485"/>
            <a:ext cx="1670562" cy="16566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9E3D3FB1-1630-913C-F413-FC90E8B3E49D}"/>
              </a:ext>
            </a:extLst>
          </p:cNvPr>
          <p:cNvSpPr/>
          <p:nvPr/>
        </p:nvSpPr>
        <p:spPr>
          <a:xfrm>
            <a:off x="2620524" y="4264791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Power Pivot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94C85885-6045-2BB2-1A1B-0C1F54F19092}"/>
              </a:ext>
            </a:extLst>
          </p:cNvPr>
          <p:cNvSpPr/>
          <p:nvPr/>
        </p:nvSpPr>
        <p:spPr>
          <a:xfrm>
            <a:off x="5000356" y="4243065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Pivot Tabel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BF976-0C08-22C5-5482-AFD0614ACB7F}"/>
              </a:ext>
            </a:extLst>
          </p:cNvPr>
          <p:cNvSpPr txBox="1"/>
          <p:nvPr/>
        </p:nvSpPr>
        <p:spPr>
          <a:xfrm>
            <a:off x="2438942" y="6440673"/>
            <a:ext cx="87219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b="1" dirty="0"/>
              <a:t>Power Pivot </a:t>
            </a:r>
            <a:r>
              <a:rPr lang="da-DK" sz="1600" dirty="0"/>
              <a:t>Star-</a:t>
            </a:r>
            <a:r>
              <a:rPr lang="da-DK" sz="1600" dirty="0" err="1"/>
              <a:t>Schema</a:t>
            </a:r>
            <a:r>
              <a:rPr lang="da-DK" sz="1600" dirty="0"/>
              <a:t> modeller (Dimension og </a:t>
            </a:r>
            <a:r>
              <a:rPr lang="da-DK" sz="1600" dirty="0" err="1"/>
              <a:t>Fact</a:t>
            </a:r>
            <a:r>
              <a:rPr lang="da-DK" sz="1600" dirty="0"/>
              <a:t> tabeller) baseret på </a:t>
            </a:r>
            <a:r>
              <a:rPr lang="da-DK" sz="1600" b="1" dirty="0"/>
              <a:t>Power Query</a:t>
            </a:r>
            <a:r>
              <a:rPr lang="da-DK" sz="1600" dirty="0"/>
              <a:t>-tabeller</a:t>
            </a:r>
          </a:p>
        </p:txBody>
      </p:sp>
    </p:spTree>
    <p:extLst>
      <p:ext uri="{BB962C8B-B14F-4D97-AF65-F5344CB8AC3E}">
        <p14:creationId xmlns:p14="http://schemas.microsoft.com/office/powerpoint/2010/main" val="186648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FFC3-549F-F96E-305F-542267C7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Bygge en </a:t>
            </a:r>
            <a:r>
              <a:rPr lang="da-DK" dirty="0" err="1"/>
              <a:t>fuld-skala</a:t>
            </a:r>
            <a:r>
              <a:rPr lang="da-DK" dirty="0"/>
              <a:t> MVP i Excel </a:t>
            </a:r>
            <a:br>
              <a:rPr lang="da-DK" dirty="0"/>
            </a:br>
            <a:r>
              <a:rPr lang="da-DK" sz="2400" dirty="0"/>
              <a:t>(med Power Query og Power Pivot)</a:t>
            </a:r>
            <a:endParaRPr lang="da-DK" dirty="0"/>
          </a:p>
        </p:txBody>
      </p:sp>
      <p:pic>
        <p:nvPicPr>
          <p:cNvPr id="24" name="Picture 23" descr="FactDiaCalPQ.&#10;&#10;AI-generated content may be incorrect.">
            <a:extLst>
              <a:ext uri="{FF2B5EF4-FFF2-40B4-BE49-F238E27FC236}">
                <a16:creationId xmlns:a16="http://schemas.microsoft.com/office/drawing/2014/main" id="{B3B72ADE-ED4B-98A0-3CF9-4733EA8008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74" t="9081" r="5509" b="6374"/>
          <a:stretch>
            <a:fillRect/>
          </a:stretch>
        </p:blipFill>
        <p:spPr>
          <a:xfrm>
            <a:off x="167005" y="4330288"/>
            <a:ext cx="642938" cy="4429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" name="Picture 30" descr="The image displays a Microsoft Excel PivotTable with various data fields such as 'DimCalendar', 'PKDate', and 'Year', organized in a grid format.&#10;&#10;AI-generated content may be incorrect.">
            <a:extLst>
              <a:ext uri="{FF2B5EF4-FFF2-40B4-BE49-F238E27FC236}">
                <a16:creationId xmlns:a16="http://schemas.microsoft.com/office/drawing/2014/main" id="{F91C4802-1204-517B-69F0-674CE7EFB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9" y="1909763"/>
            <a:ext cx="2386013" cy="17583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32" descr="The image displays a table with various entries, including dates, weather descriptions, and events, resembling a diary or log.&#10;&#10;AI-generated content may be incorrect.">
            <a:extLst>
              <a:ext uri="{FF2B5EF4-FFF2-40B4-BE49-F238E27FC236}">
                <a16:creationId xmlns:a16="http://schemas.microsoft.com/office/drawing/2014/main" id="{BA8D148D-83E7-7EEF-E207-22181C055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96" y="2398420"/>
            <a:ext cx="2470322" cy="18410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 descr="The image displays a table with a series of values, starting from 1000020 and incrementing by 100000 up to 1000360, with some values repeated.&#10;&#10;AI-generated content may be incorrect.">
            <a:extLst>
              <a:ext uri="{FF2B5EF4-FFF2-40B4-BE49-F238E27FC236}">
                <a16:creationId xmlns:a16="http://schemas.microsoft.com/office/drawing/2014/main" id="{768C32A3-61A0-698F-523F-EDD881D71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420" y="2922849"/>
            <a:ext cx="668953" cy="23717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 descr="The image appears to be a Microsoft Excel interface, specifically the Power Pivot tool, with a focus on a PivotTable that includes various fields such as ISOWeek, MonthText, DayNo, VolRef, and others. It includes a sample data entry for the date January 1, 1864, with a value of 1864-XX.&#10;&#10;AI-generated content may be incorrect.">
            <a:extLst>
              <a:ext uri="{FF2B5EF4-FFF2-40B4-BE49-F238E27FC236}">
                <a16:creationId xmlns:a16="http://schemas.microsoft.com/office/drawing/2014/main" id="{DCD18790-02D8-7ADD-4E9C-CA94808E5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647" y="1752092"/>
            <a:ext cx="4538525" cy="31337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Picture 38" descr="The image displays a diagram with various elements related to a calendar or scheduling system, including date and time references, precision levels, and booking details.&#10;&#10;AI-generated content may be incorrect.">
            <a:extLst>
              <a:ext uri="{FF2B5EF4-FFF2-40B4-BE49-F238E27FC236}">
                <a16:creationId xmlns:a16="http://schemas.microsoft.com/office/drawing/2014/main" id="{0A5F41BC-48A0-519E-64AF-96D16D6E89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9973" y="2788919"/>
            <a:ext cx="1508395" cy="15763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 descr="The image displays a Microsoft Excel worksheet with a list of dialed numbers, their counts, and a series of sequential date entries.&#10;&#10;AI-generated content may be incorrect.">
            <a:extLst>
              <a:ext uri="{FF2B5EF4-FFF2-40B4-BE49-F238E27FC236}">
                <a16:creationId xmlns:a16="http://schemas.microsoft.com/office/drawing/2014/main" id="{69E572A2-A0E7-A4BE-7A11-6AD5B6DD26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097" y="4057485"/>
            <a:ext cx="1670562" cy="16566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8E7C0E1F-F9B1-8549-FEE1-7E2D4FF67839}"/>
              </a:ext>
            </a:extLst>
          </p:cNvPr>
          <p:cNvSpPr/>
          <p:nvPr/>
        </p:nvSpPr>
        <p:spPr>
          <a:xfrm>
            <a:off x="2620524" y="4264791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Power Pivot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7B16D52-4254-22F0-622F-A013EE3F2289}"/>
              </a:ext>
            </a:extLst>
          </p:cNvPr>
          <p:cNvSpPr/>
          <p:nvPr/>
        </p:nvSpPr>
        <p:spPr>
          <a:xfrm>
            <a:off x="5000356" y="4243065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Pivot Tabel</a:t>
            </a:r>
          </a:p>
        </p:txBody>
      </p:sp>
      <p:pic>
        <p:nvPicPr>
          <p:cNvPr id="50" name="Picture 49" descr="The image shows a vintage, detailed, red-and-black-striped grand piano keyboard with a prominent, ornate, illuminated stage and a blue background.&#10;&#10;AI-generated content may be incorrect.">
            <a:extLst>
              <a:ext uri="{FF2B5EF4-FFF2-40B4-BE49-F238E27FC236}">
                <a16:creationId xmlns:a16="http://schemas.microsoft.com/office/drawing/2014/main" id="{4B44C403-F063-9988-B703-9B0D26D198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2882" y="860627"/>
            <a:ext cx="1958918" cy="12239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32BB62C-13B9-6986-39C0-9A1A921E53FE}"/>
              </a:ext>
            </a:extLst>
          </p:cNvPr>
          <p:cNvSpPr txBox="1"/>
          <p:nvPr/>
        </p:nvSpPr>
        <p:spPr>
          <a:xfrm>
            <a:off x="2438942" y="6440673"/>
            <a:ext cx="1896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600" dirty="0"/>
              <a:t>Excel Pivot tabeller</a:t>
            </a:r>
          </a:p>
        </p:txBody>
      </p:sp>
    </p:spTree>
    <p:extLst>
      <p:ext uri="{BB962C8B-B14F-4D97-AF65-F5344CB8AC3E}">
        <p14:creationId xmlns:p14="http://schemas.microsoft.com/office/powerpoint/2010/main" val="845724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C0ABE89-5902-E551-3421-8BDEB6055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390" y="-1"/>
            <a:ext cx="7043759" cy="6819585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schemeClr val="tx2">
                <a:alpha val="40000"/>
              </a:schemeClr>
            </a:outerShdw>
          </a:effectLst>
        </p:spPr>
      </p:pic>
      <p:pic>
        <p:nvPicPr>
          <p:cNvPr id="16" name="Picture 15" descr="The diagram illustrates a diary entry with a Gregorian calendar date, a section for text, and a note on a specific day in 1800.&#10;&#10;AI-generated content may be incorrect.">
            <a:extLst>
              <a:ext uri="{FF2B5EF4-FFF2-40B4-BE49-F238E27FC236}">
                <a16:creationId xmlns:a16="http://schemas.microsoft.com/office/drawing/2014/main" id="{EEA4699D-58B4-A64D-6530-789D7A7A4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11" y="2522826"/>
            <a:ext cx="2632352" cy="227777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9CFCC4-766E-E9A6-E2FE-E906972AD0C9}"/>
              </a:ext>
            </a:extLst>
          </p:cNvPr>
          <p:cNvSpPr/>
          <p:nvPr/>
        </p:nvSpPr>
        <p:spPr>
          <a:xfrm>
            <a:off x="3809999" y="752474"/>
            <a:ext cx="1200151" cy="361951"/>
          </a:xfrm>
          <a:custGeom>
            <a:avLst/>
            <a:gdLst>
              <a:gd name="csX0" fmla="*/ 0 w 1200151"/>
              <a:gd name="csY0" fmla="*/ 60326 h 361951"/>
              <a:gd name="csX1" fmla="*/ 60326 w 1200151"/>
              <a:gd name="csY1" fmla="*/ 0 h 361951"/>
              <a:gd name="csX2" fmla="*/ 621665 w 1200151"/>
              <a:gd name="csY2" fmla="*/ 0 h 361951"/>
              <a:gd name="csX3" fmla="*/ 1139825 w 1200151"/>
              <a:gd name="csY3" fmla="*/ 0 h 361951"/>
              <a:gd name="csX4" fmla="*/ 1200151 w 1200151"/>
              <a:gd name="csY4" fmla="*/ 60326 h 361951"/>
              <a:gd name="csX5" fmla="*/ 1200151 w 1200151"/>
              <a:gd name="csY5" fmla="*/ 301625 h 361951"/>
              <a:gd name="csX6" fmla="*/ 1139825 w 1200151"/>
              <a:gd name="csY6" fmla="*/ 361951 h 361951"/>
              <a:gd name="csX7" fmla="*/ 600076 w 1200151"/>
              <a:gd name="csY7" fmla="*/ 361951 h 361951"/>
              <a:gd name="csX8" fmla="*/ 60326 w 1200151"/>
              <a:gd name="csY8" fmla="*/ 361951 h 361951"/>
              <a:gd name="csX9" fmla="*/ 0 w 1200151"/>
              <a:gd name="csY9" fmla="*/ 301625 h 361951"/>
              <a:gd name="csX10" fmla="*/ 0 w 1200151"/>
              <a:gd name="csY10" fmla="*/ 60326 h 3619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00151" h="361951" extrusionOk="0">
                <a:moveTo>
                  <a:pt x="0" y="60326"/>
                </a:moveTo>
                <a:cubicBezTo>
                  <a:pt x="-7989" y="22081"/>
                  <a:pt x="24322" y="1008"/>
                  <a:pt x="60326" y="0"/>
                </a:cubicBezTo>
                <a:cubicBezTo>
                  <a:pt x="316877" y="-48610"/>
                  <a:pt x="449053" y="25462"/>
                  <a:pt x="621665" y="0"/>
                </a:cubicBezTo>
                <a:cubicBezTo>
                  <a:pt x="794277" y="-25462"/>
                  <a:pt x="990455" y="12927"/>
                  <a:pt x="1139825" y="0"/>
                </a:cubicBezTo>
                <a:cubicBezTo>
                  <a:pt x="1166446" y="-3664"/>
                  <a:pt x="1204370" y="29025"/>
                  <a:pt x="1200151" y="60326"/>
                </a:cubicBezTo>
                <a:cubicBezTo>
                  <a:pt x="1204338" y="154729"/>
                  <a:pt x="1199737" y="183868"/>
                  <a:pt x="1200151" y="301625"/>
                </a:cubicBezTo>
                <a:cubicBezTo>
                  <a:pt x="1205127" y="326845"/>
                  <a:pt x="1170800" y="364009"/>
                  <a:pt x="1139825" y="361951"/>
                </a:cubicBezTo>
                <a:cubicBezTo>
                  <a:pt x="988302" y="422209"/>
                  <a:pt x="781996" y="305775"/>
                  <a:pt x="600076" y="361951"/>
                </a:cubicBezTo>
                <a:cubicBezTo>
                  <a:pt x="418156" y="418127"/>
                  <a:pt x="267006" y="315134"/>
                  <a:pt x="60326" y="361951"/>
                </a:cubicBezTo>
                <a:cubicBezTo>
                  <a:pt x="23259" y="361737"/>
                  <a:pt x="2960" y="326824"/>
                  <a:pt x="0" y="301625"/>
                </a:cubicBezTo>
                <a:cubicBezTo>
                  <a:pt x="-21356" y="251532"/>
                  <a:pt x="19460" y="121449"/>
                  <a:pt x="0" y="60326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DF9124-21E5-72FA-E43B-1BD410B4B373}"/>
              </a:ext>
            </a:extLst>
          </p:cNvPr>
          <p:cNvSpPr/>
          <p:nvPr/>
        </p:nvSpPr>
        <p:spPr>
          <a:xfrm>
            <a:off x="3652817" y="1190625"/>
            <a:ext cx="6367483" cy="1543050"/>
          </a:xfrm>
          <a:custGeom>
            <a:avLst/>
            <a:gdLst>
              <a:gd name="csX0" fmla="*/ 0 w 6367483"/>
              <a:gd name="csY0" fmla="*/ 257180 h 1543050"/>
              <a:gd name="csX1" fmla="*/ 257180 w 6367483"/>
              <a:gd name="csY1" fmla="*/ 0 h 1543050"/>
              <a:gd name="csX2" fmla="*/ 959555 w 6367483"/>
              <a:gd name="csY2" fmla="*/ 0 h 1543050"/>
              <a:gd name="csX3" fmla="*/ 1486336 w 6367483"/>
              <a:gd name="csY3" fmla="*/ 0 h 1543050"/>
              <a:gd name="csX4" fmla="*/ 1954586 w 6367483"/>
              <a:gd name="csY4" fmla="*/ 0 h 1543050"/>
              <a:gd name="csX5" fmla="*/ 2598429 w 6367483"/>
              <a:gd name="csY5" fmla="*/ 0 h 1543050"/>
              <a:gd name="csX6" fmla="*/ 3125210 w 6367483"/>
              <a:gd name="csY6" fmla="*/ 0 h 1543050"/>
              <a:gd name="csX7" fmla="*/ 3827585 w 6367483"/>
              <a:gd name="csY7" fmla="*/ 0 h 1543050"/>
              <a:gd name="csX8" fmla="*/ 4295835 w 6367483"/>
              <a:gd name="csY8" fmla="*/ 0 h 1543050"/>
              <a:gd name="csX9" fmla="*/ 4998210 w 6367483"/>
              <a:gd name="csY9" fmla="*/ 0 h 1543050"/>
              <a:gd name="csX10" fmla="*/ 5407928 w 6367483"/>
              <a:gd name="csY10" fmla="*/ 0 h 1543050"/>
              <a:gd name="csX11" fmla="*/ 6110303 w 6367483"/>
              <a:gd name="csY11" fmla="*/ 0 h 1543050"/>
              <a:gd name="csX12" fmla="*/ 6367483 w 6367483"/>
              <a:gd name="csY12" fmla="*/ 257180 h 1543050"/>
              <a:gd name="csX13" fmla="*/ 6367483 w 6367483"/>
              <a:gd name="csY13" fmla="*/ 740664 h 1543050"/>
              <a:gd name="csX14" fmla="*/ 6367483 w 6367483"/>
              <a:gd name="csY14" fmla="*/ 1285870 h 1543050"/>
              <a:gd name="csX15" fmla="*/ 6110303 w 6367483"/>
              <a:gd name="csY15" fmla="*/ 1543050 h 1543050"/>
              <a:gd name="csX16" fmla="*/ 5466459 w 6367483"/>
              <a:gd name="csY16" fmla="*/ 1543050 h 1543050"/>
              <a:gd name="csX17" fmla="*/ 4881147 w 6367483"/>
              <a:gd name="csY17" fmla="*/ 1543050 h 1543050"/>
              <a:gd name="csX18" fmla="*/ 4471429 w 6367483"/>
              <a:gd name="csY18" fmla="*/ 1543050 h 1543050"/>
              <a:gd name="csX19" fmla="*/ 4003179 w 6367483"/>
              <a:gd name="csY19" fmla="*/ 1543050 h 1543050"/>
              <a:gd name="csX20" fmla="*/ 3300804 w 6367483"/>
              <a:gd name="csY20" fmla="*/ 1543050 h 1543050"/>
              <a:gd name="csX21" fmla="*/ 2715492 w 6367483"/>
              <a:gd name="csY21" fmla="*/ 1543050 h 1543050"/>
              <a:gd name="csX22" fmla="*/ 2247242 w 6367483"/>
              <a:gd name="csY22" fmla="*/ 1543050 h 1543050"/>
              <a:gd name="csX23" fmla="*/ 1661930 w 6367483"/>
              <a:gd name="csY23" fmla="*/ 1543050 h 1543050"/>
              <a:gd name="csX24" fmla="*/ 1252211 w 6367483"/>
              <a:gd name="csY24" fmla="*/ 1543050 h 1543050"/>
              <a:gd name="csX25" fmla="*/ 842492 w 6367483"/>
              <a:gd name="csY25" fmla="*/ 1543050 h 1543050"/>
              <a:gd name="csX26" fmla="*/ 257180 w 6367483"/>
              <a:gd name="csY26" fmla="*/ 1543050 h 1543050"/>
              <a:gd name="csX27" fmla="*/ 0 w 6367483"/>
              <a:gd name="csY27" fmla="*/ 1285870 h 1543050"/>
              <a:gd name="csX28" fmla="*/ 0 w 6367483"/>
              <a:gd name="csY28" fmla="*/ 802386 h 1543050"/>
              <a:gd name="csX29" fmla="*/ 0 w 6367483"/>
              <a:gd name="csY29" fmla="*/ 257180 h 1543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367483" h="1543050" extrusionOk="0">
                <a:moveTo>
                  <a:pt x="0" y="257180"/>
                </a:moveTo>
                <a:cubicBezTo>
                  <a:pt x="-22337" y="101365"/>
                  <a:pt x="89550" y="9605"/>
                  <a:pt x="257180" y="0"/>
                </a:cubicBezTo>
                <a:cubicBezTo>
                  <a:pt x="577308" y="-27902"/>
                  <a:pt x="723538" y="67829"/>
                  <a:pt x="959555" y="0"/>
                </a:cubicBezTo>
                <a:cubicBezTo>
                  <a:pt x="1195572" y="-67829"/>
                  <a:pt x="1269052" y="22494"/>
                  <a:pt x="1486336" y="0"/>
                </a:cubicBezTo>
                <a:cubicBezTo>
                  <a:pt x="1703620" y="-22494"/>
                  <a:pt x="1734098" y="23720"/>
                  <a:pt x="1954586" y="0"/>
                </a:cubicBezTo>
                <a:cubicBezTo>
                  <a:pt x="2175074" y="-23720"/>
                  <a:pt x="2421993" y="52823"/>
                  <a:pt x="2598429" y="0"/>
                </a:cubicBezTo>
                <a:cubicBezTo>
                  <a:pt x="2774865" y="-52823"/>
                  <a:pt x="2971113" y="56275"/>
                  <a:pt x="3125210" y="0"/>
                </a:cubicBezTo>
                <a:cubicBezTo>
                  <a:pt x="3279307" y="-56275"/>
                  <a:pt x="3521517" y="54854"/>
                  <a:pt x="3827585" y="0"/>
                </a:cubicBezTo>
                <a:cubicBezTo>
                  <a:pt x="4133653" y="-54854"/>
                  <a:pt x="4113801" y="11495"/>
                  <a:pt x="4295835" y="0"/>
                </a:cubicBezTo>
                <a:cubicBezTo>
                  <a:pt x="4477869" y="-11495"/>
                  <a:pt x="4707591" y="2484"/>
                  <a:pt x="4998210" y="0"/>
                </a:cubicBezTo>
                <a:cubicBezTo>
                  <a:pt x="5288829" y="-2484"/>
                  <a:pt x="5205027" y="15824"/>
                  <a:pt x="5407928" y="0"/>
                </a:cubicBezTo>
                <a:cubicBezTo>
                  <a:pt x="5610829" y="-15824"/>
                  <a:pt x="5920391" y="40058"/>
                  <a:pt x="6110303" y="0"/>
                </a:cubicBezTo>
                <a:cubicBezTo>
                  <a:pt x="6254196" y="2763"/>
                  <a:pt x="6370814" y="149638"/>
                  <a:pt x="6367483" y="257180"/>
                </a:cubicBezTo>
                <a:cubicBezTo>
                  <a:pt x="6377575" y="424242"/>
                  <a:pt x="6357417" y="624288"/>
                  <a:pt x="6367483" y="740664"/>
                </a:cubicBezTo>
                <a:cubicBezTo>
                  <a:pt x="6377549" y="857040"/>
                  <a:pt x="6311806" y="1165967"/>
                  <a:pt x="6367483" y="1285870"/>
                </a:cubicBezTo>
                <a:cubicBezTo>
                  <a:pt x="6341880" y="1432111"/>
                  <a:pt x="6246562" y="1539063"/>
                  <a:pt x="6110303" y="1543050"/>
                </a:cubicBezTo>
                <a:cubicBezTo>
                  <a:pt x="5881174" y="1606697"/>
                  <a:pt x="5682558" y="1471245"/>
                  <a:pt x="5466459" y="1543050"/>
                </a:cubicBezTo>
                <a:cubicBezTo>
                  <a:pt x="5250360" y="1614855"/>
                  <a:pt x="5109814" y="1528010"/>
                  <a:pt x="4881147" y="1543050"/>
                </a:cubicBezTo>
                <a:cubicBezTo>
                  <a:pt x="4652480" y="1558090"/>
                  <a:pt x="4578319" y="1520595"/>
                  <a:pt x="4471429" y="1543050"/>
                </a:cubicBezTo>
                <a:cubicBezTo>
                  <a:pt x="4364539" y="1565505"/>
                  <a:pt x="4212411" y="1537217"/>
                  <a:pt x="4003179" y="1543050"/>
                </a:cubicBezTo>
                <a:cubicBezTo>
                  <a:pt x="3793947" y="1548883"/>
                  <a:pt x="3554738" y="1526407"/>
                  <a:pt x="3300804" y="1543050"/>
                </a:cubicBezTo>
                <a:cubicBezTo>
                  <a:pt x="3046871" y="1559693"/>
                  <a:pt x="2901635" y="1506154"/>
                  <a:pt x="2715492" y="1543050"/>
                </a:cubicBezTo>
                <a:cubicBezTo>
                  <a:pt x="2529349" y="1579946"/>
                  <a:pt x="2455090" y="1487217"/>
                  <a:pt x="2247242" y="1543050"/>
                </a:cubicBezTo>
                <a:cubicBezTo>
                  <a:pt x="2039394" y="1598883"/>
                  <a:pt x="1933645" y="1517638"/>
                  <a:pt x="1661930" y="1543050"/>
                </a:cubicBezTo>
                <a:cubicBezTo>
                  <a:pt x="1390215" y="1568462"/>
                  <a:pt x="1413002" y="1528351"/>
                  <a:pt x="1252211" y="1543050"/>
                </a:cubicBezTo>
                <a:cubicBezTo>
                  <a:pt x="1091420" y="1557749"/>
                  <a:pt x="951376" y="1506958"/>
                  <a:pt x="842492" y="1543050"/>
                </a:cubicBezTo>
                <a:cubicBezTo>
                  <a:pt x="733608" y="1579142"/>
                  <a:pt x="546711" y="1522096"/>
                  <a:pt x="257180" y="1543050"/>
                </a:cubicBezTo>
                <a:cubicBezTo>
                  <a:pt x="139337" y="1551518"/>
                  <a:pt x="11255" y="1465819"/>
                  <a:pt x="0" y="1285870"/>
                </a:cubicBezTo>
                <a:cubicBezTo>
                  <a:pt x="-51760" y="1103332"/>
                  <a:pt x="33621" y="990152"/>
                  <a:pt x="0" y="802386"/>
                </a:cubicBezTo>
                <a:cubicBezTo>
                  <a:pt x="-33621" y="614620"/>
                  <a:pt x="32602" y="490475"/>
                  <a:pt x="0" y="25718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D7F06C-5300-3CAF-93AA-3674F4DE3DDC}"/>
              </a:ext>
            </a:extLst>
          </p:cNvPr>
          <p:cNvSpPr/>
          <p:nvPr/>
        </p:nvSpPr>
        <p:spPr>
          <a:xfrm>
            <a:off x="3652818" y="2809875"/>
            <a:ext cx="5519758" cy="342900"/>
          </a:xfrm>
          <a:custGeom>
            <a:avLst/>
            <a:gdLst>
              <a:gd name="csX0" fmla="*/ 0 w 5519758"/>
              <a:gd name="csY0" fmla="*/ 57151 h 342900"/>
              <a:gd name="csX1" fmla="*/ 57151 w 5519758"/>
              <a:gd name="csY1" fmla="*/ 0 h 342900"/>
              <a:gd name="csX2" fmla="*/ 705806 w 5519758"/>
              <a:gd name="csY2" fmla="*/ 0 h 342900"/>
              <a:gd name="csX3" fmla="*/ 1192297 w 5519758"/>
              <a:gd name="csY3" fmla="*/ 0 h 342900"/>
              <a:gd name="csX4" fmla="*/ 1624733 w 5519758"/>
              <a:gd name="csY4" fmla="*/ 0 h 342900"/>
              <a:gd name="csX5" fmla="*/ 2219333 w 5519758"/>
              <a:gd name="csY5" fmla="*/ 0 h 342900"/>
              <a:gd name="csX6" fmla="*/ 2705824 w 5519758"/>
              <a:gd name="csY6" fmla="*/ 0 h 342900"/>
              <a:gd name="csX7" fmla="*/ 3354479 w 5519758"/>
              <a:gd name="csY7" fmla="*/ 0 h 342900"/>
              <a:gd name="csX8" fmla="*/ 3786916 w 5519758"/>
              <a:gd name="csY8" fmla="*/ 0 h 342900"/>
              <a:gd name="csX9" fmla="*/ 4435570 w 5519758"/>
              <a:gd name="csY9" fmla="*/ 0 h 342900"/>
              <a:gd name="csX10" fmla="*/ 4813952 w 5519758"/>
              <a:gd name="csY10" fmla="*/ 0 h 342900"/>
              <a:gd name="csX11" fmla="*/ 5462607 w 5519758"/>
              <a:gd name="csY11" fmla="*/ 0 h 342900"/>
              <a:gd name="csX12" fmla="*/ 5519758 w 5519758"/>
              <a:gd name="csY12" fmla="*/ 57151 h 342900"/>
              <a:gd name="csX13" fmla="*/ 5519758 w 5519758"/>
              <a:gd name="csY13" fmla="*/ 285749 h 342900"/>
              <a:gd name="csX14" fmla="*/ 5462607 w 5519758"/>
              <a:gd name="csY14" fmla="*/ 342900 h 342900"/>
              <a:gd name="csX15" fmla="*/ 4922061 w 5519758"/>
              <a:gd name="csY15" fmla="*/ 342900 h 342900"/>
              <a:gd name="csX16" fmla="*/ 4273407 w 5519758"/>
              <a:gd name="csY16" fmla="*/ 342900 h 342900"/>
              <a:gd name="csX17" fmla="*/ 3732861 w 5519758"/>
              <a:gd name="csY17" fmla="*/ 342900 h 342900"/>
              <a:gd name="csX18" fmla="*/ 3354479 w 5519758"/>
              <a:gd name="csY18" fmla="*/ 342900 h 342900"/>
              <a:gd name="csX19" fmla="*/ 2922043 w 5519758"/>
              <a:gd name="csY19" fmla="*/ 342900 h 342900"/>
              <a:gd name="csX20" fmla="*/ 2273388 w 5519758"/>
              <a:gd name="csY20" fmla="*/ 342900 h 342900"/>
              <a:gd name="csX21" fmla="*/ 1732842 w 5519758"/>
              <a:gd name="csY21" fmla="*/ 342900 h 342900"/>
              <a:gd name="csX22" fmla="*/ 1300406 w 5519758"/>
              <a:gd name="csY22" fmla="*/ 342900 h 342900"/>
              <a:gd name="csX23" fmla="*/ 759860 w 5519758"/>
              <a:gd name="csY23" fmla="*/ 342900 h 342900"/>
              <a:gd name="csX24" fmla="*/ 57151 w 5519758"/>
              <a:gd name="csY24" fmla="*/ 342900 h 342900"/>
              <a:gd name="csX25" fmla="*/ 0 w 5519758"/>
              <a:gd name="csY25" fmla="*/ 285749 h 342900"/>
              <a:gd name="csX26" fmla="*/ 0 w 5519758"/>
              <a:gd name="csY26" fmla="*/ 57151 h 342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5519758" h="342900" extrusionOk="0">
                <a:moveTo>
                  <a:pt x="0" y="57151"/>
                </a:moveTo>
                <a:cubicBezTo>
                  <a:pt x="-2608" y="23978"/>
                  <a:pt x="22564" y="1134"/>
                  <a:pt x="57151" y="0"/>
                </a:cubicBezTo>
                <a:cubicBezTo>
                  <a:pt x="335537" y="-15366"/>
                  <a:pt x="522060" y="45538"/>
                  <a:pt x="705806" y="0"/>
                </a:cubicBezTo>
                <a:cubicBezTo>
                  <a:pt x="889552" y="-45538"/>
                  <a:pt x="1006066" y="46650"/>
                  <a:pt x="1192297" y="0"/>
                </a:cubicBezTo>
                <a:cubicBezTo>
                  <a:pt x="1378528" y="-46650"/>
                  <a:pt x="1460320" y="24124"/>
                  <a:pt x="1624733" y="0"/>
                </a:cubicBezTo>
                <a:cubicBezTo>
                  <a:pt x="1789146" y="-24124"/>
                  <a:pt x="1932509" y="11579"/>
                  <a:pt x="2219333" y="0"/>
                </a:cubicBezTo>
                <a:cubicBezTo>
                  <a:pt x="2506157" y="-11579"/>
                  <a:pt x="2586768" y="32014"/>
                  <a:pt x="2705824" y="0"/>
                </a:cubicBezTo>
                <a:cubicBezTo>
                  <a:pt x="2824880" y="-32014"/>
                  <a:pt x="3173059" y="3486"/>
                  <a:pt x="3354479" y="0"/>
                </a:cubicBezTo>
                <a:cubicBezTo>
                  <a:pt x="3535900" y="-3486"/>
                  <a:pt x="3615816" y="47839"/>
                  <a:pt x="3786916" y="0"/>
                </a:cubicBezTo>
                <a:cubicBezTo>
                  <a:pt x="3958016" y="-47839"/>
                  <a:pt x="4283300" y="26903"/>
                  <a:pt x="4435570" y="0"/>
                </a:cubicBezTo>
                <a:cubicBezTo>
                  <a:pt x="4587840" y="-26903"/>
                  <a:pt x="4732444" y="635"/>
                  <a:pt x="4813952" y="0"/>
                </a:cubicBezTo>
                <a:cubicBezTo>
                  <a:pt x="4895460" y="-635"/>
                  <a:pt x="5222094" y="5620"/>
                  <a:pt x="5462607" y="0"/>
                </a:cubicBezTo>
                <a:cubicBezTo>
                  <a:pt x="5498766" y="6840"/>
                  <a:pt x="5520430" y="32548"/>
                  <a:pt x="5519758" y="57151"/>
                </a:cubicBezTo>
                <a:cubicBezTo>
                  <a:pt x="5540315" y="163702"/>
                  <a:pt x="5508478" y="179995"/>
                  <a:pt x="5519758" y="285749"/>
                </a:cubicBezTo>
                <a:cubicBezTo>
                  <a:pt x="5520808" y="316010"/>
                  <a:pt x="5493102" y="342487"/>
                  <a:pt x="5462607" y="342900"/>
                </a:cubicBezTo>
                <a:cubicBezTo>
                  <a:pt x="5267159" y="378348"/>
                  <a:pt x="5171360" y="332842"/>
                  <a:pt x="4922061" y="342900"/>
                </a:cubicBezTo>
                <a:cubicBezTo>
                  <a:pt x="4672762" y="352958"/>
                  <a:pt x="4533008" y="340827"/>
                  <a:pt x="4273407" y="342900"/>
                </a:cubicBezTo>
                <a:cubicBezTo>
                  <a:pt x="4013806" y="344973"/>
                  <a:pt x="3846100" y="314032"/>
                  <a:pt x="3732861" y="342900"/>
                </a:cubicBezTo>
                <a:cubicBezTo>
                  <a:pt x="3619622" y="371768"/>
                  <a:pt x="3444075" y="323740"/>
                  <a:pt x="3354479" y="342900"/>
                </a:cubicBezTo>
                <a:cubicBezTo>
                  <a:pt x="3264883" y="362060"/>
                  <a:pt x="3010693" y="305807"/>
                  <a:pt x="2922043" y="342900"/>
                </a:cubicBezTo>
                <a:cubicBezTo>
                  <a:pt x="2833393" y="379993"/>
                  <a:pt x="2483045" y="317383"/>
                  <a:pt x="2273388" y="342900"/>
                </a:cubicBezTo>
                <a:cubicBezTo>
                  <a:pt x="2063732" y="368417"/>
                  <a:pt x="1887533" y="320171"/>
                  <a:pt x="1732842" y="342900"/>
                </a:cubicBezTo>
                <a:cubicBezTo>
                  <a:pt x="1578151" y="365629"/>
                  <a:pt x="1392046" y="322223"/>
                  <a:pt x="1300406" y="342900"/>
                </a:cubicBezTo>
                <a:cubicBezTo>
                  <a:pt x="1208766" y="363577"/>
                  <a:pt x="1018244" y="313073"/>
                  <a:pt x="759860" y="342900"/>
                </a:cubicBezTo>
                <a:cubicBezTo>
                  <a:pt x="501476" y="372727"/>
                  <a:pt x="372565" y="279193"/>
                  <a:pt x="57151" y="342900"/>
                </a:cubicBezTo>
                <a:cubicBezTo>
                  <a:pt x="26949" y="338712"/>
                  <a:pt x="5629" y="323399"/>
                  <a:pt x="0" y="285749"/>
                </a:cubicBezTo>
                <a:cubicBezTo>
                  <a:pt x="-17155" y="214344"/>
                  <a:pt x="9831" y="138512"/>
                  <a:pt x="0" y="57151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40DF37-28E5-5F62-CAD9-D6FF8E182E39}"/>
              </a:ext>
            </a:extLst>
          </p:cNvPr>
          <p:cNvSpPr txBox="1"/>
          <p:nvPr/>
        </p:nvSpPr>
        <p:spPr>
          <a:xfrm>
            <a:off x="4887149" y="545097"/>
            <a:ext cx="632609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dirty="0"/>
              <a:t>Filter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5F1DD6-5B6E-2184-B3E4-65507613C5F3}"/>
              </a:ext>
            </a:extLst>
          </p:cNvPr>
          <p:cNvSpPr txBox="1"/>
          <p:nvPr/>
        </p:nvSpPr>
        <p:spPr>
          <a:xfrm>
            <a:off x="9942120" y="1962150"/>
            <a:ext cx="783804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dirty="0" err="1"/>
              <a:t>Slicers</a:t>
            </a:r>
            <a:endParaRPr lang="da-DK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53F659-8D48-EDCA-AF00-AFA2AC582E06}"/>
              </a:ext>
            </a:extLst>
          </p:cNvPr>
          <p:cNvSpPr txBox="1"/>
          <p:nvPr/>
        </p:nvSpPr>
        <p:spPr>
          <a:xfrm>
            <a:off x="8957203" y="3040649"/>
            <a:ext cx="2602444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da-DK" sz="1600" dirty="0"/>
              <a:t>Avanceret sortering og filter</a:t>
            </a:r>
          </a:p>
        </p:txBody>
      </p:sp>
    </p:spTree>
    <p:extLst>
      <p:ext uri="{BB962C8B-B14F-4D97-AF65-F5344CB8AC3E}">
        <p14:creationId xmlns:p14="http://schemas.microsoft.com/office/powerpoint/2010/main" val="3771288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6F9F-9501-DE01-1D74-1AC9D8E9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image displays a Microsoft Excel PivotTable, featuring a calendar data set from 1800 to 1802, with various data fields such as date, month, day, and weekday.&#10;&#10;AI-generated content may be incorrect.">
            <a:extLst>
              <a:ext uri="{FF2B5EF4-FFF2-40B4-BE49-F238E27FC236}">
                <a16:creationId xmlns:a16="http://schemas.microsoft.com/office/drawing/2014/main" id="{6D20DEE5-A704-4079-8EA3-ABC25FC77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76" y="1661818"/>
            <a:ext cx="3089490" cy="253524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The image displays a table with a date column (1864-01-XX) and text entries describing daily events and weather in January 1864.&#10;&#10;AI-generated content may be incorrect.">
            <a:extLst>
              <a:ext uri="{FF2B5EF4-FFF2-40B4-BE49-F238E27FC236}">
                <a16:creationId xmlns:a16="http://schemas.microsoft.com/office/drawing/2014/main" id="{BCCBDF0F-3B16-5D1C-8C17-4D748C2CF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164" y="2179345"/>
            <a:ext cx="3089490" cy="2516352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7A5635-A6D5-DEB7-AA8D-197D3771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Bygge en </a:t>
            </a:r>
            <a:r>
              <a:rPr lang="da-DK" dirty="0" err="1"/>
              <a:t>fuld-skala</a:t>
            </a:r>
            <a:r>
              <a:rPr lang="da-DK" dirty="0"/>
              <a:t> MVP i Excel </a:t>
            </a:r>
            <a:br>
              <a:rPr lang="da-DK" dirty="0"/>
            </a:br>
            <a:r>
              <a:rPr lang="da-DK" sz="2400" dirty="0"/>
              <a:t>(med Power </a:t>
            </a:r>
            <a:r>
              <a:rPr lang="da-DK" sz="2400" b="1" dirty="0"/>
              <a:t>Query</a:t>
            </a:r>
            <a:r>
              <a:rPr lang="da-DK" sz="2400" dirty="0"/>
              <a:t> og </a:t>
            </a:r>
            <a:r>
              <a:rPr lang="da-DK" sz="2400" b="1" dirty="0"/>
              <a:t>Power Pivot</a:t>
            </a:r>
            <a:r>
              <a:rPr lang="da-DK" sz="2400" dirty="0"/>
              <a:t>)</a:t>
            </a:r>
            <a:endParaRPr lang="da-DK" dirty="0"/>
          </a:p>
        </p:txBody>
      </p:sp>
      <p:pic>
        <p:nvPicPr>
          <p:cNvPr id="5" name="Picture 4" descr="The image displays a calendar interface with various data entries, including diary, work, person, and location details, each associated with specific version numbers.&#10;&#10;AI-generated content may be incorrect.">
            <a:extLst>
              <a:ext uri="{FF2B5EF4-FFF2-40B4-BE49-F238E27FC236}">
                <a16:creationId xmlns:a16="http://schemas.microsoft.com/office/drawing/2014/main" id="{39D30644-947C-B34E-F50A-A1EC4F8C4D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01" t="8589" r="19449" b="4279"/>
          <a:stretch>
            <a:fillRect/>
          </a:stretch>
        </p:blipFill>
        <p:spPr>
          <a:xfrm>
            <a:off x="77168" y="3094891"/>
            <a:ext cx="1303606" cy="105038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4C22F6F9-2374-7985-8C13-6D31C9CD5862}"/>
              </a:ext>
            </a:extLst>
          </p:cNvPr>
          <p:cNvSpPr/>
          <p:nvPr/>
        </p:nvSpPr>
        <p:spPr>
          <a:xfrm>
            <a:off x="935480" y="4264792"/>
            <a:ext cx="890588" cy="573908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Excel</a:t>
            </a:r>
          </a:p>
        </p:txBody>
      </p:sp>
      <p:pic>
        <p:nvPicPr>
          <p:cNvPr id="3" name="Picture 2" descr="The image displays a spreadsheet or database table listing various works of H. C. Andersen, including titles, publication years, and categorizations.&#10;&#10;AI-generated content may be incorrect.">
            <a:extLst>
              <a:ext uri="{FF2B5EF4-FFF2-40B4-BE49-F238E27FC236}">
                <a16:creationId xmlns:a16="http://schemas.microsoft.com/office/drawing/2014/main" id="{273E1A87-882F-3654-55D5-B7DEF5FFE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4122" y="2477113"/>
            <a:ext cx="3149718" cy="26769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PERSON-REGISTER&#10;&#10;AI-generated content may be incorrect.">
            <a:extLst>
              <a:ext uri="{FF2B5EF4-FFF2-40B4-BE49-F238E27FC236}">
                <a16:creationId xmlns:a16="http://schemas.microsoft.com/office/drawing/2014/main" id="{87A07025-EA52-DC68-A2D6-735D1BD7D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026" y="2921815"/>
            <a:ext cx="3356438" cy="26262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The image displays a Microsoft Excel spreadsheet with various data entries, including registry titles and descriptions, formatted for JSON structure.&#10;&#10;AI-generated content may be incorrect.">
            <a:extLst>
              <a:ext uri="{FF2B5EF4-FFF2-40B4-BE49-F238E27FC236}">
                <a16:creationId xmlns:a16="http://schemas.microsoft.com/office/drawing/2014/main" id="{560525C6-C5FC-4710-C4FF-620A8B29AA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0096" y="3759376"/>
            <a:ext cx="3421548" cy="26258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8116FE-3B54-59F0-4F23-D6B39B6F94CB}"/>
              </a:ext>
            </a:extLst>
          </p:cNvPr>
          <p:cNvSpPr txBox="1"/>
          <p:nvPr/>
        </p:nvSpPr>
        <p:spPr>
          <a:xfrm>
            <a:off x="2955355" y="6425831"/>
            <a:ext cx="19586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Data-tabeller i Excel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F13156-2696-ADF4-02B9-FBF6B8B5E293}"/>
              </a:ext>
            </a:extLst>
          </p:cNvPr>
          <p:cNvSpPr txBox="1"/>
          <p:nvPr/>
        </p:nvSpPr>
        <p:spPr>
          <a:xfrm>
            <a:off x="5143840" y="2583261"/>
            <a:ext cx="807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Værker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3A440-0161-6525-90DA-3579054E6C27}"/>
              </a:ext>
            </a:extLst>
          </p:cNvPr>
          <p:cNvSpPr txBox="1"/>
          <p:nvPr/>
        </p:nvSpPr>
        <p:spPr>
          <a:xfrm>
            <a:off x="5469464" y="3138886"/>
            <a:ext cx="9732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Personer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AB8D6-BCC0-9EC3-B95C-D5A284AF281B}"/>
              </a:ext>
            </a:extLst>
          </p:cNvPr>
          <p:cNvSpPr txBox="1"/>
          <p:nvPr/>
        </p:nvSpPr>
        <p:spPr>
          <a:xfrm>
            <a:off x="5781969" y="3926238"/>
            <a:ext cx="1125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Lokationer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600" dirty="0">
                <a:solidFill>
                  <a:prstClr val="black"/>
                </a:solidFill>
                <a:latin typeface="Aptos" panose="02110004020202020204"/>
              </a:rPr>
              <a:t>….</a:t>
            </a:r>
            <a:endParaRPr kumimoji="0" lang="da-DK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074D45-1634-9C08-62A9-271BEFFBA0E6}"/>
              </a:ext>
            </a:extLst>
          </p:cNvPr>
          <p:cNvSpPr txBox="1"/>
          <p:nvPr/>
        </p:nvSpPr>
        <p:spPr>
          <a:xfrm>
            <a:off x="6740819" y="5412138"/>
            <a:ext cx="8284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Artister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sz="1600" dirty="0">
                <a:solidFill>
                  <a:prstClr val="black"/>
                </a:solidFill>
                <a:latin typeface="Aptos" panose="02110004020202020204"/>
              </a:rPr>
              <a:t>……</a:t>
            </a:r>
            <a:endParaRPr kumimoji="0" lang="da-DK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003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isplays a data flow diagram for a diary/calendar/location data system, including various dimensions and fact tables, with multiple loading steps to a worksheet and pivot table.&#10;&#10;AI-generated content may be incorrect.">
            <a:extLst>
              <a:ext uri="{FF2B5EF4-FFF2-40B4-BE49-F238E27FC236}">
                <a16:creationId xmlns:a16="http://schemas.microsoft.com/office/drawing/2014/main" id="{ECD7593D-57AD-D6F5-8B07-172AC008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94"/>
          <a:stretch>
            <a:fillRect/>
          </a:stretch>
        </p:blipFill>
        <p:spPr>
          <a:xfrm>
            <a:off x="85286" y="1324496"/>
            <a:ext cx="6096528" cy="236642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6C4FE8-D7FC-D7B7-E7BF-A7E3DEEB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Modeller og struktur bag HCA-Repository</a:t>
            </a:r>
          </a:p>
        </p:txBody>
      </p:sp>
      <p:pic>
        <p:nvPicPr>
          <p:cNvPr id="7" name="Picture 6" descr="The image displays a diagram with various elements such as Diary/Calendar/Location Data-PQ, multiple fact tables, and several loaded worksheets.&#10;&#10;AI-generated content may be incorrect.">
            <a:extLst>
              <a:ext uri="{FF2B5EF4-FFF2-40B4-BE49-F238E27FC236}">
                <a16:creationId xmlns:a16="http://schemas.microsoft.com/office/drawing/2014/main" id="{7D13BB1F-A69F-468A-C09C-E24A75B55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310"/>
          <a:stretch>
            <a:fillRect/>
          </a:stretch>
        </p:blipFill>
        <p:spPr>
          <a:xfrm>
            <a:off x="5430527" y="1418473"/>
            <a:ext cx="6096528" cy="17383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The image depicts a data model diagram with various components such as Diary, Calendar, Location, and FactData, along with connections to worksheets and a pivot table.&#10;&#10;AI-generated content may be incorrect.">
            <a:extLst>
              <a:ext uri="{FF2B5EF4-FFF2-40B4-BE49-F238E27FC236}">
                <a16:creationId xmlns:a16="http://schemas.microsoft.com/office/drawing/2014/main" id="{5F5E8406-8B2F-6CB7-6A94-FE1695820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65" y="3429000"/>
            <a:ext cx="6096528" cy="34292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The image depicts a data model with various components such as Diary, Calendar, Location, and Dimensions, linked to a Pivot Table and Data Model.&#10;&#10;AI-generated content may be incorrect.">
            <a:extLst>
              <a:ext uri="{FF2B5EF4-FFF2-40B4-BE49-F238E27FC236}">
                <a16:creationId xmlns:a16="http://schemas.microsoft.com/office/drawing/2014/main" id="{88DFABAE-786B-6670-BF70-C40B876CC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378" y="3063578"/>
            <a:ext cx="6096528" cy="34292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3683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AA34-8F5D-23E6-11BA-A236D7F2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The diagram illustrates a workflow with various dimensions and factual data, each linked to a worksheet, indicating a structured data management process.&#10;&#10;AI-generated content may be incorrect.">
            <a:extLst>
              <a:ext uri="{FF2B5EF4-FFF2-40B4-BE49-F238E27FC236}">
                <a16:creationId xmlns:a16="http://schemas.microsoft.com/office/drawing/2014/main" id="{14061DAB-225F-9590-5CAF-63B980540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58" y="396139"/>
            <a:ext cx="8633861" cy="24695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66BBC4E-0B39-D538-5A44-7279646A0CBB}"/>
              </a:ext>
            </a:extLst>
          </p:cNvPr>
          <p:cNvSpPr/>
          <p:nvPr/>
        </p:nvSpPr>
        <p:spPr>
          <a:xfrm>
            <a:off x="202130" y="996835"/>
            <a:ext cx="11800571" cy="2208378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DiaryFactDim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-PQ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34996E-9514-5948-42AB-22D3A5D88838}"/>
              </a:ext>
            </a:extLst>
          </p:cNvPr>
          <p:cNvSpPr/>
          <p:nvPr/>
        </p:nvSpPr>
        <p:spPr>
          <a:xfrm>
            <a:off x="202129" y="77005"/>
            <a:ext cx="11800571" cy="808519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/Calendar/Location Data-PQ</a:t>
            </a:r>
          </a:p>
        </p:txBody>
      </p:sp>
    </p:spTree>
    <p:extLst>
      <p:ext uri="{BB962C8B-B14F-4D97-AF65-F5344CB8AC3E}">
        <p14:creationId xmlns:p14="http://schemas.microsoft.com/office/powerpoint/2010/main" val="4005524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03E05-005F-A938-C70F-2CFE952F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The diagram illustrates a workflow with various dimensions and factual data, each linked to a worksheet, indicating a structured data management process.&#10;&#10;AI-generated content may be incorrect.">
            <a:extLst>
              <a:ext uri="{FF2B5EF4-FFF2-40B4-BE49-F238E27FC236}">
                <a16:creationId xmlns:a16="http://schemas.microsoft.com/office/drawing/2014/main" id="{024DCEEC-F853-E727-4F7A-C6F3F0F7B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58" y="396139"/>
            <a:ext cx="8633861" cy="2469510"/>
          </a:xfrm>
          <a:prstGeom prst="rect">
            <a:avLst/>
          </a:prstGeom>
        </p:spPr>
      </p:pic>
      <p:pic>
        <p:nvPicPr>
          <p:cNvPr id="7" name="Picture 6" descr="The diagram illustrates a flow of data with various dimensions and locations being loaded into a data model and pivot tables.&#10;&#10;AI-generated content may be incorrect.">
            <a:extLst>
              <a:ext uri="{FF2B5EF4-FFF2-40B4-BE49-F238E27FC236}">
                <a16:creationId xmlns:a16="http://schemas.microsoft.com/office/drawing/2014/main" id="{108200C4-2DF8-508B-5C52-AFBD274F39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177"/>
          <a:stretch>
            <a:fillRect/>
          </a:stretch>
        </p:blipFill>
        <p:spPr>
          <a:xfrm>
            <a:off x="361908" y="2569687"/>
            <a:ext cx="11468184" cy="20793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A8D68E8-BF90-A7C3-272B-44F6CFB1F3C1}"/>
              </a:ext>
            </a:extLst>
          </p:cNvPr>
          <p:cNvSpPr/>
          <p:nvPr/>
        </p:nvSpPr>
        <p:spPr>
          <a:xfrm>
            <a:off x="202131" y="3316524"/>
            <a:ext cx="11800572" cy="346447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DiaryLocStarSchema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603082-F73E-E76F-67AC-F748C68CD191}"/>
              </a:ext>
            </a:extLst>
          </p:cNvPr>
          <p:cNvSpPr/>
          <p:nvPr/>
        </p:nvSpPr>
        <p:spPr>
          <a:xfrm>
            <a:off x="202130" y="996835"/>
            <a:ext cx="11800571" cy="2208378"/>
          </a:xfrm>
          <a:prstGeom prst="rect">
            <a:avLst/>
          </a:prstGeom>
          <a:noFill/>
          <a:ln w="222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DiaryFactDim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-PQ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D9EC5B-8872-3B46-09FC-7704915B8257}"/>
              </a:ext>
            </a:extLst>
          </p:cNvPr>
          <p:cNvSpPr/>
          <p:nvPr/>
        </p:nvSpPr>
        <p:spPr>
          <a:xfrm>
            <a:off x="202129" y="77005"/>
            <a:ext cx="11800571" cy="808519"/>
          </a:xfrm>
          <a:prstGeom prst="rect">
            <a:avLst/>
          </a:prstGeom>
          <a:noFill/>
          <a:ln w="222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/Calendar/Location Data-PQ</a:t>
            </a:r>
          </a:p>
        </p:txBody>
      </p:sp>
    </p:spTree>
    <p:extLst>
      <p:ext uri="{BB962C8B-B14F-4D97-AF65-F5344CB8AC3E}">
        <p14:creationId xmlns:p14="http://schemas.microsoft.com/office/powerpoint/2010/main" val="1203948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8F87-4044-907F-D590-57D2D964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his diagram illustrates a hierarchical structure of a data management system, showing relationships between various entities such as DialD, DiaPagID, LocPagID, and others, along with their attributes and references.&#10;&#10;AI-generated content may be incorrect.">
            <a:extLst>
              <a:ext uri="{FF2B5EF4-FFF2-40B4-BE49-F238E27FC236}">
                <a16:creationId xmlns:a16="http://schemas.microsoft.com/office/drawing/2014/main" id="{D96B9FC9-F5CF-4CBE-A405-E1D89A22D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558" y="4827984"/>
            <a:ext cx="3028462" cy="1616458"/>
          </a:xfrm>
          <a:prstGeom prst="rect">
            <a:avLst/>
          </a:prstGeom>
        </p:spPr>
      </p:pic>
      <p:pic>
        <p:nvPicPr>
          <p:cNvPr id="17" name="Picture 16" descr="The diagram illustrates a workflow with various dimensions and factual data, each linked to a worksheet, indicating a structured data management process.&#10;&#10;AI-generated content may be incorrect.">
            <a:extLst>
              <a:ext uri="{FF2B5EF4-FFF2-40B4-BE49-F238E27FC236}">
                <a16:creationId xmlns:a16="http://schemas.microsoft.com/office/drawing/2014/main" id="{8D0F8286-7789-5FF0-B84E-B7D168AAE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958" y="396139"/>
            <a:ext cx="8633861" cy="2469510"/>
          </a:xfrm>
          <a:prstGeom prst="rect">
            <a:avLst/>
          </a:prstGeom>
        </p:spPr>
      </p:pic>
      <p:pic>
        <p:nvPicPr>
          <p:cNvPr id="7" name="Picture 6" descr="The diagram illustrates a flow of data with various dimensions and locations being loaded into a data model and pivot tables.&#10;&#10;AI-generated content may be incorrect.">
            <a:extLst>
              <a:ext uri="{FF2B5EF4-FFF2-40B4-BE49-F238E27FC236}">
                <a16:creationId xmlns:a16="http://schemas.microsoft.com/office/drawing/2014/main" id="{0E503D93-F180-197F-F71D-877549B030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177"/>
          <a:stretch>
            <a:fillRect/>
          </a:stretch>
        </p:blipFill>
        <p:spPr>
          <a:xfrm>
            <a:off x="361908" y="2569687"/>
            <a:ext cx="11468184" cy="20793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DDD2410-D3AA-38A1-354B-EA255FC787E1}"/>
              </a:ext>
            </a:extLst>
          </p:cNvPr>
          <p:cNvSpPr/>
          <p:nvPr/>
        </p:nvSpPr>
        <p:spPr>
          <a:xfrm>
            <a:off x="202131" y="3316524"/>
            <a:ext cx="11800572" cy="346447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DiaryLocStarSchema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8AB76-F030-20A8-69B2-5BC38D36EA85}"/>
              </a:ext>
            </a:extLst>
          </p:cNvPr>
          <p:cNvSpPr/>
          <p:nvPr/>
        </p:nvSpPr>
        <p:spPr>
          <a:xfrm>
            <a:off x="202130" y="996835"/>
            <a:ext cx="11800571" cy="2208378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DiaryFactDim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-PQ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494690-7655-F839-2070-98ABC425A81A}"/>
              </a:ext>
            </a:extLst>
          </p:cNvPr>
          <p:cNvSpPr/>
          <p:nvPr/>
        </p:nvSpPr>
        <p:spPr>
          <a:xfrm>
            <a:off x="202129" y="77005"/>
            <a:ext cx="11800571" cy="808519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Diary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/Calendar/Location Data-PQ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70EE42-0D36-54AC-1E00-E82DFF1D8A89}"/>
              </a:ext>
            </a:extLst>
          </p:cNvPr>
          <p:cNvSpPr/>
          <p:nvPr/>
        </p:nvSpPr>
        <p:spPr>
          <a:xfrm>
            <a:off x="269509" y="4760313"/>
            <a:ext cx="11720360" cy="1909993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Power Pivot - Data Model</a:t>
            </a:r>
          </a:p>
        </p:txBody>
      </p:sp>
    </p:spTree>
    <p:extLst>
      <p:ext uri="{BB962C8B-B14F-4D97-AF65-F5344CB8AC3E}">
        <p14:creationId xmlns:p14="http://schemas.microsoft.com/office/powerpoint/2010/main" val="3184129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This diagram illustrates a hierarchical structure of a data management system, showing relationships between various entities such as DialD, DiaPagID, LocPagID, and others, along with their attributes and references.&#10;&#10;AI-generated content may be incorrect.">
            <a:extLst>
              <a:ext uri="{FF2B5EF4-FFF2-40B4-BE49-F238E27FC236}">
                <a16:creationId xmlns:a16="http://schemas.microsoft.com/office/drawing/2014/main" id="{DCBED00F-F9E0-643B-DEC9-33D3CE042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558" y="4827984"/>
            <a:ext cx="3028462" cy="1616458"/>
          </a:xfrm>
          <a:prstGeom prst="rect">
            <a:avLst/>
          </a:prstGeom>
        </p:spPr>
      </p:pic>
      <p:pic>
        <p:nvPicPr>
          <p:cNvPr id="17" name="Picture 16" descr="The diagram illustrates a workflow with various dimensions and factual data, each linked to a worksheet, indicating a structured data management process.&#10;&#10;AI-generated content may be incorrect.">
            <a:extLst>
              <a:ext uri="{FF2B5EF4-FFF2-40B4-BE49-F238E27FC236}">
                <a16:creationId xmlns:a16="http://schemas.microsoft.com/office/drawing/2014/main" id="{9118D6B0-FCF6-3CB8-337B-857E4F8B2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958" y="396139"/>
            <a:ext cx="8633861" cy="2469510"/>
          </a:xfrm>
          <a:prstGeom prst="rect">
            <a:avLst/>
          </a:prstGeom>
        </p:spPr>
      </p:pic>
      <p:pic>
        <p:nvPicPr>
          <p:cNvPr id="7" name="Picture 6" descr="The diagram illustrates a flow of data with various dimensions and locations being loaded into a data model and pivot tables.&#10;&#10;AI-generated content may be incorrect.">
            <a:extLst>
              <a:ext uri="{FF2B5EF4-FFF2-40B4-BE49-F238E27FC236}">
                <a16:creationId xmlns:a16="http://schemas.microsoft.com/office/drawing/2014/main" id="{49804CFF-BD9E-EC2C-DDED-EEF9276DF2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177"/>
          <a:stretch>
            <a:fillRect/>
          </a:stretch>
        </p:blipFill>
        <p:spPr>
          <a:xfrm>
            <a:off x="361908" y="2569687"/>
            <a:ext cx="11468184" cy="20793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0A48BA-C97D-1E7F-0255-DA34D53B1C98}"/>
              </a:ext>
            </a:extLst>
          </p:cNvPr>
          <p:cNvSpPr/>
          <p:nvPr/>
        </p:nvSpPr>
        <p:spPr>
          <a:xfrm>
            <a:off x="202131" y="3316524"/>
            <a:ext cx="11800572" cy="346447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da-DK" dirty="0" err="1"/>
              <a:t>DiaryLocStarSchema</a:t>
            </a:r>
            <a:r>
              <a:rPr lang="da-DK" dirty="0"/>
              <a:t>-PP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986D2F-DFF9-3D94-AC3C-093C5DC533D1}"/>
              </a:ext>
            </a:extLst>
          </p:cNvPr>
          <p:cNvSpPr/>
          <p:nvPr/>
        </p:nvSpPr>
        <p:spPr>
          <a:xfrm>
            <a:off x="202130" y="996835"/>
            <a:ext cx="11800571" cy="2208378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da-DK" dirty="0" err="1"/>
              <a:t>DiaryFactDim</a:t>
            </a:r>
            <a:r>
              <a:rPr lang="da-DK" dirty="0"/>
              <a:t>-PQ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EFA701-4791-0229-39AF-5E7EBCAAC3A9}"/>
              </a:ext>
            </a:extLst>
          </p:cNvPr>
          <p:cNvSpPr/>
          <p:nvPr/>
        </p:nvSpPr>
        <p:spPr>
          <a:xfrm>
            <a:off x="202129" y="77005"/>
            <a:ext cx="11800571" cy="808519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da-DK" dirty="0" err="1"/>
              <a:t>Diary</a:t>
            </a:r>
            <a:r>
              <a:rPr lang="da-DK" dirty="0"/>
              <a:t>/Calendar/Location </a:t>
            </a:r>
            <a:r>
              <a:rPr lang="da-DK" b="1" dirty="0"/>
              <a:t>Data</a:t>
            </a:r>
            <a:r>
              <a:rPr lang="da-DK" dirty="0"/>
              <a:t>-PQ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150CE-333D-F5FE-18CE-0A005B2A0C3E}"/>
              </a:ext>
            </a:extLst>
          </p:cNvPr>
          <p:cNvSpPr/>
          <p:nvPr/>
        </p:nvSpPr>
        <p:spPr>
          <a:xfrm>
            <a:off x="269509" y="4760313"/>
            <a:ext cx="11720360" cy="1909993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r>
              <a:rPr lang="da-DK" dirty="0"/>
              <a:t>Power Pivot - Data Model / Star </a:t>
            </a:r>
            <a:r>
              <a:rPr lang="da-DK"/>
              <a:t>Scema</a:t>
            </a:r>
            <a:endParaRPr lang="da-DK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229440-283F-43E2-2D3C-99F713150569}"/>
              </a:ext>
            </a:extLst>
          </p:cNvPr>
          <p:cNvSpPr/>
          <p:nvPr/>
        </p:nvSpPr>
        <p:spPr>
          <a:xfrm>
            <a:off x="5521407" y="4844383"/>
            <a:ext cx="6401084" cy="1729672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r>
              <a:rPr lang="da-DK" dirty="0"/>
              <a:t>Pivot </a:t>
            </a:r>
            <a:r>
              <a:rPr lang="da-DK" dirty="0" err="1"/>
              <a:t>Tables</a:t>
            </a:r>
            <a:endParaRPr lang="da-DK" dirty="0"/>
          </a:p>
        </p:txBody>
      </p:sp>
      <p:pic>
        <p:nvPicPr>
          <p:cNvPr id="26" name="Picture 25" descr="The image displays a table with columns for 'Country', 'Region', 'Location', 'Year', 'Month', and 'Volume/Page Number', followed by a series of diary entries for the date January 2, 1866, detailing various events and activities.&#10;&#10;AI-generated content may be incorrect.">
            <a:extLst>
              <a:ext uri="{FF2B5EF4-FFF2-40B4-BE49-F238E27FC236}">
                <a16:creationId xmlns:a16="http://schemas.microsoft.com/office/drawing/2014/main" id="{0CD67748-D7AC-5518-4D42-9D309ABF8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785" y="4879270"/>
            <a:ext cx="1986297" cy="1213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 descr="A diary entry detailing warm weather and daily activities in Rome, Italy, in September 1865.&#10;&#10;AI-generated content may be incorrect.">
            <a:extLst>
              <a:ext uri="{FF2B5EF4-FFF2-40B4-BE49-F238E27FC236}">
                <a16:creationId xmlns:a16="http://schemas.microsoft.com/office/drawing/2014/main" id="{A8FBB580-02F4-E682-5E32-DB583BC4D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589" y="4948231"/>
            <a:ext cx="1821263" cy="10756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 descr="A diary entry from December 24, 1864, describing a sleepless night, a visit to a friend, and a romantic story.&#10;&#10;AI-generated content may be incorrect.">
            <a:extLst>
              <a:ext uri="{FF2B5EF4-FFF2-40B4-BE49-F238E27FC236}">
                <a16:creationId xmlns:a16="http://schemas.microsoft.com/office/drawing/2014/main" id="{BECDB253-A934-6DCA-2842-06343432DA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6063" y="5340583"/>
            <a:ext cx="1510133" cy="10756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 descr="The image displays a historical diary entry, specifically for the date December 24, 170, detailing the author's restless night, a romantic encounter, and meeting Baron Dￃﾼring.&#10;&#10;AI-generated content may be incorrect.">
            <a:extLst>
              <a:ext uri="{FF2B5EF4-FFF2-40B4-BE49-F238E27FC236}">
                <a16:creationId xmlns:a16="http://schemas.microsoft.com/office/drawing/2014/main" id="{6B86E09B-6290-0A9B-19DD-17F0DF9CE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9620" y="4900104"/>
            <a:ext cx="1510133" cy="14507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 descr="The image displays a table with columns for Country, Region, Location, Year, Month, VolRef, and DiaryTextLines, showing various entries and text snippets related to different dates and locations.&#10;&#10;AI-generated content may be incorrect.">
            <a:extLst>
              <a:ext uri="{FF2B5EF4-FFF2-40B4-BE49-F238E27FC236}">
                <a16:creationId xmlns:a16="http://schemas.microsoft.com/office/drawing/2014/main" id="{C5441325-6DF6-20DE-46BB-64A72BFB48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4404" y="5379962"/>
            <a:ext cx="1700127" cy="10818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2" descr="The Midmer-Losh | HORC">
            <a:extLst>
              <a:ext uri="{FF2B5EF4-FFF2-40B4-BE49-F238E27FC236}">
                <a16:creationId xmlns:a16="http://schemas.microsoft.com/office/drawing/2014/main" id="{251F64CB-3042-86F0-C658-B5EE08A10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0887" y="6115258"/>
            <a:ext cx="1124823" cy="70301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122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image displays a table with rows of data, including numeric values for DiaPagID, LocPagID, and LocID, showing a pattern of incrementing values.&#10;&#10;AI-generated content may be incorrect.">
            <a:extLst>
              <a:ext uri="{FF2B5EF4-FFF2-40B4-BE49-F238E27FC236}">
                <a16:creationId xmlns:a16="http://schemas.microsoft.com/office/drawing/2014/main" id="{C8BB66B0-D401-4A46-BCEF-75B9FE68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116"/>
          <a:stretch>
            <a:fillRect/>
          </a:stretch>
        </p:blipFill>
        <p:spPr>
          <a:xfrm>
            <a:off x="7610586" y="2287032"/>
            <a:ext cx="1550923" cy="26016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The document appears to be a diary entry from January 1, 1864, detailing daily events and weather.&#10;&#10;AI-generated content may be incorrect.">
            <a:extLst>
              <a:ext uri="{FF2B5EF4-FFF2-40B4-BE49-F238E27FC236}">
                <a16:creationId xmlns:a16="http://schemas.microsoft.com/office/drawing/2014/main" id="{AF961554-B044-AB83-0E6E-94D1494CD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89" y="117901"/>
            <a:ext cx="3600441" cy="2169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table listing various locations with their IDs, names, countries, regions, and coordinates.&#10;&#10;AI-generated content may be incorrect.">
            <a:extLst>
              <a:ext uri="{FF2B5EF4-FFF2-40B4-BE49-F238E27FC236}">
                <a16:creationId xmlns:a16="http://schemas.microsoft.com/office/drawing/2014/main" id="{DE01F51E-D31A-5254-CD96-B7F9DBBBD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69" y="235804"/>
            <a:ext cx="4074726" cy="19333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The image displays a complex data visualization with various elements such as diary entries, calendar dates, location data, and factual records, organized into a data model and pivot tables, likely for data analysis or reporting.&#10;&#10;AI-generated content may be incorrect.">
            <a:extLst>
              <a:ext uri="{FF2B5EF4-FFF2-40B4-BE49-F238E27FC236}">
                <a16:creationId xmlns:a16="http://schemas.microsoft.com/office/drawing/2014/main" id="{70265A14-041A-F4B0-B4D3-AE03E7A12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5688" y="1905950"/>
            <a:ext cx="5774489" cy="32819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The image is a table or spreadsheet documenting diary entries from January 1864, with entries including dates, weather descriptions, and events.&#10;&#10;AI-generated content may be incorrect.">
            <a:extLst>
              <a:ext uri="{FF2B5EF4-FFF2-40B4-BE49-F238E27FC236}">
                <a16:creationId xmlns:a16="http://schemas.microsoft.com/office/drawing/2014/main" id="{E8DA2B81-0704-111A-3C98-54BE64781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321" y="3033634"/>
            <a:ext cx="3391102" cy="16060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The diagram illustrates a data structure for managing a hierarchical file system, including various attributes such as dia, pag, loc, dim, and registry information.&#10;&#10;AI-generated content may be incorrect.">
            <a:extLst>
              <a:ext uri="{FF2B5EF4-FFF2-40B4-BE49-F238E27FC236}">
                <a16:creationId xmlns:a16="http://schemas.microsoft.com/office/drawing/2014/main" id="{31729274-E244-787F-79B2-24D73D99CB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356" y="4278774"/>
            <a:ext cx="3990187" cy="20798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 descr="The image displays a table or spreadsheet with columns for 'Country', 'Region', 'Location', 'VolRef', 'Date', and 'DiaryTextLines', with various entries under these headings.&#10;&#10;AI-generated content may be incorrect.">
            <a:extLst>
              <a:ext uri="{FF2B5EF4-FFF2-40B4-BE49-F238E27FC236}">
                <a16:creationId xmlns:a16="http://schemas.microsoft.com/office/drawing/2014/main" id="{004BB004-CBD7-E3EA-02B7-659CBBD872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772" y="4450698"/>
            <a:ext cx="4560737" cy="21691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2094D67-F465-A66D-6336-4C8C5D07CA76}"/>
              </a:ext>
            </a:extLst>
          </p:cNvPr>
          <p:cNvSpPr/>
          <p:nvPr/>
        </p:nvSpPr>
        <p:spPr>
          <a:xfrm>
            <a:off x="416783" y="4328021"/>
            <a:ext cx="3168389" cy="311673"/>
          </a:xfrm>
          <a:prstGeom prst="rect">
            <a:avLst/>
          </a:prstGeom>
          <a:solidFill>
            <a:schemeClr val="bg1">
              <a:alpha val="70000"/>
            </a:schemeClr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r>
              <a:rPr lang="da-DK" sz="1400" dirty="0"/>
              <a:t>Power Pivot - Data Model / Star </a:t>
            </a:r>
            <a:r>
              <a:rPr lang="da-DK" sz="1400"/>
              <a:t>Scema</a:t>
            </a:r>
            <a:endParaRPr lang="da-DK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A02477-8210-33F7-F5B0-D1D2400123B5}"/>
              </a:ext>
            </a:extLst>
          </p:cNvPr>
          <p:cNvSpPr/>
          <p:nvPr/>
        </p:nvSpPr>
        <p:spPr>
          <a:xfrm>
            <a:off x="4709790" y="6202796"/>
            <a:ext cx="1238624" cy="311673"/>
          </a:xfrm>
          <a:prstGeom prst="rect">
            <a:avLst/>
          </a:prstGeom>
          <a:solidFill>
            <a:schemeClr val="bg1">
              <a:alpha val="70000"/>
            </a:schemeClr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r>
              <a:rPr lang="da-DK" sz="1400" dirty="0"/>
              <a:t>Pivot </a:t>
            </a:r>
            <a:r>
              <a:rPr lang="da-DK" sz="1400" dirty="0" err="1"/>
              <a:t>Tables</a:t>
            </a:r>
            <a:endParaRPr lang="da-DK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DFA9CD-5BDE-F102-017D-F2F88AB361B9}"/>
              </a:ext>
            </a:extLst>
          </p:cNvPr>
          <p:cNvSpPr/>
          <p:nvPr/>
        </p:nvSpPr>
        <p:spPr>
          <a:xfrm>
            <a:off x="8613248" y="2531420"/>
            <a:ext cx="1238624" cy="311673"/>
          </a:xfrm>
          <a:prstGeom prst="rect">
            <a:avLst/>
          </a:prstGeom>
          <a:solidFill>
            <a:schemeClr val="bg1">
              <a:alpha val="70000"/>
            </a:schemeClr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r>
              <a:rPr lang="da-DK" sz="1400" dirty="0" err="1"/>
              <a:t>Fact</a:t>
            </a:r>
            <a:r>
              <a:rPr lang="da-DK" sz="1400" dirty="0"/>
              <a:t> </a:t>
            </a:r>
            <a:r>
              <a:rPr lang="da-DK" sz="1400" dirty="0" err="1"/>
              <a:t>Tables</a:t>
            </a:r>
            <a:endParaRPr lang="da-DK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244CF4-A3AD-38CC-2591-24B106A87703}"/>
              </a:ext>
            </a:extLst>
          </p:cNvPr>
          <p:cNvSpPr/>
          <p:nvPr/>
        </p:nvSpPr>
        <p:spPr>
          <a:xfrm>
            <a:off x="10326312" y="4460865"/>
            <a:ext cx="1628793" cy="378699"/>
          </a:xfrm>
          <a:prstGeom prst="rect">
            <a:avLst/>
          </a:prstGeom>
          <a:solidFill>
            <a:schemeClr val="bg1">
              <a:alpha val="70000"/>
            </a:schemeClr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r>
              <a:rPr lang="da-DK" sz="1400" dirty="0"/>
              <a:t>Dimension </a:t>
            </a:r>
            <a:r>
              <a:rPr lang="da-DK" sz="1400" dirty="0" err="1"/>
              <a:t>Tables</a:t>
            </a:r>
            <a:endParaRPr lang="da-DK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30087F-8C2C-99C2-71AE-E42C61B96694}"/>
              </a:ext>
            </a:extLst>
          </p:cNvPr>
          <p:cNvSpPr/>
          <p:nvPr/>
        </p:nvSpPr>
        <p:spPr>
          <a:xfrm>
            <a:off x="3585172" y="79967"/>
            <a:ext cx="1238624" cy="311673"/>
          </a:xfrm>
          <a:prstGeom prst="rect">
            <a:avLst/>
          </a:prstGeom>
          <a:solidFill>
            <a:schemeClr val="bg1">
              <a:alpha val="70000"/>
            </a:schemeClr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1289672"/>
                      <a:gd name="csY0" fmla="*/ 0 h 1352324"/>
                      <a:gd name="csX1" fmla="*/ 481297 w 11289672"/>
                      <a:gd name="csY1" fmla="*/ 0 h 1352324"/>
                      <a:gd name="csX2" fmla="*/ 736800 w 11289672"/>
                      <a:gd name="csY2" fmla="*/ 0 h 1352324"/>
                      <a:gd name="csX3" fmla="*/ 1556786 w 11289672"/>
                      <a:gd name="csY3" fmla="*/ 0 h 1352324"/>
                      <a:gd name="csX4" fmla="*/ 2038083 w 11289672"/>
                      <a:gd name="csY4" fmla="*/ 0 h 1352324"/>
                      <a:gd name="csX5" fmla="*/ 2519379 w 11289672"/>
                      <a:gd name="csY5" fmla="*/ 0 h 1352324"/>
                      <a:gd name="csX6" fmla="*/ 3339366 w 11289672"/>
                      <a:gd name="csY6" fmla="*/ 0 h 1352324"/>
                      <a:gd name="csX7" fmla="*/ 3707766 w 11289672"/>
                      <a:gd name="csY7" fmla="*/ 0 h 1352324"/>
                      <a:gd name="csX8" fmla="*/ 4527753 w 11289672"/>
                      <a:gd name="csY8" fmla="*/ 0 h 1352324"/>
                      <a:gd name="csX9" fmla="*/ 5347739 w 11289672"/>
                      <a:gd name="csY9" fmla="*/ 0 h 1352324"/>
                      <a:gd name="csX10" fmla="*/ 5941933 w 11289672"/>
                      <a:gd name="csY10" fmla="*/ 0 h 1352324"/>
                      <a:gd name="csX11" fmla="*/ 6761919 w 11289672"/>
                      <a:gd name="csY11" fmla="*/ 0 h 1352324"/>
                      <a:gd name="csX12" fmla="*/ 7243216 w 11289672"/>
                      <a:gd name="csY12" fmla="*/ 0 h 1352324"/>
                      <a:gd name="csX13" fmla="*/ 7724512 w 11289672"/>
                      <a:gd name="csY13" fmla="*/ 0 h 1352324"/>
                      <a:gd name="csX14" fmla="*/ 8431602 w 11289672"/>
                      <a:gd name="csY14" fmla="*/ 0 h 1352324"/>
                      <a:gd name="csX15" fmla="*/ 8912899 w 11289672"/>
                      <a:gd name="csY15" fmla="*/ 0 h 1352324"/>
                      <a:gd name="csX16" fmla="*/ 9732886 w 11289672"/>
                      <a:gd name="csY16" fmla="*/ 0 h 1352324"/>
                      <a:gd name="csX17" fmla="*/ 10552872 w 11289672"/>
                      <a:gd name="csY17" fmla="*/ 0 h 1352324"/>
                      <a:gd name="csX18" fmla="*/ 11289672 w 11289672"/>
                      <a:gd name="csY18" fmla="*/ 0 h 1352324"/>
                      <a:gd name="csX19" fmla="*/ 11289672 w 11289672"/>
                      <a:gd name="csY19" fmla="*/ 437251 h 1352324"/>
                      <a:gd name="csX20" fmla="*/ 11289672 w 11289672"/>
                      <a:gd name="csY20" fmla="*/ 847456 h 1352324"/>
                      <a:gd name="csX21" fmla="*/ 11289672 w 11289672"/>
                      <a:gd name="csY21" fmla="*/ 1352324 h 1352324"/>
                      <a:gd name="csX22" fmla="*/ 10582582 w 11289672"/>
                      <a:gd name="csY22" fmla="*/ 1352324 h 1352324"/>
                      <a:gd name="csX23" fmla="*/ 10214182 w 11289672"/>
                      <a:gd name="csY23" fmla="*/ 1352324 h 1352324"/>
                      <a:gd name="csX24" fmla="*/ 9619989 w 11289672"/>
                      <a:gd name="csY24" fmla="*/ 1352324 h 1352324"/>
                      <a:gd name="csX25" fmla="*/ 9364486 w 11289672"/>
                      <a:gd name="csY25" fmla="*/ 1352324 h 1352324"/>
                      <a:gd name="csX26" fmla="*/ 9108983 w 11289672"/>
                      <a:gd name="csY26" fmla="*/ 1352324 h 1352324"/>
                      <a:gd name="csX27" fmla="*/ 8514789 w 11289672"/>
                      <a:gd name="csY27" fmla="*/ 1352324 h 1352324"/>
                      <a:gd name="csX28" fmla="*/ 8146390 w 11289672"/>
                      <a:gd name="csY28" fmla="*/ 1352324 h 1352324"/>
                      <a:gd name="csX29" fmla="*/ 7439300 w 11289672"/>
                      <a:gd name="csY29" fmla="*/ 1352324 h 1352324"/>
                      <a:gd name="csX30" fmla="*/ 7070900 w 11289672"/>
                      <a:gd name="csY30" fmla="*/ 1352324 h 1352324"/>
                      <a:gd name="csX31" fmla="*/ 6363810 w 11289672"/>
                      <a:gd name="csY31" fmla="*/ 1352324 h 1352324"/>
                      <a:gd name="csX32" fmla="*/ 6108307 w 11289672"/>
                      <a:gd name="csY32" fmla="*/ 1352324 h 1352324"/>
                      <a:gd name="csX33" fmla="*/ 5401217 w 11289672"/>
                      <a:gd name="csY33" fmla="*/ 1352324 h 1352324"/>
                      <a:gd name="csX34" fmla="*/ 5032817 w 11289672"/>
                      <a:gd name="csY34" fmla="*/ 1352324 h 1352324"/>
                      <a:gd name="csX35" fmla="*/ 4777314 w 11289672"/>
                      <a:gd name="csY35" fmla="*/ 1352324 h 1352324"/>
                      <a:gd name="csX36" fmla="*/ 4408914 w 11289672"/>
                      <a:gd name="csY36" fmla="*/ 1352324 h 1352324"/>
                      <a:gd name="csX37" fmla="*/ 3701824 w 11289672"/>
                      <a:gd name="csY37" fmla="*/ 1352324 h 1352324"/>
                      <a:gd name="csX38" fmla="*/ 3333424 w 11289672"/>
                      <a:gd name="csY38" fmla="*/ 1352324 h 1352324"/>
                      <a:gd name="csX39" fmla="*/ 3077921 w 11289672"/>
                      <a:gd name="csY39" fmla="*/ 1352324 h 1352324"/>
                      <a:gd name="csX40" fmla="*/ 2709521 w 11289672"/>
                      <a:gd name="csY40" fmla="*/ 1352324 h 1352324"/>
                      <a:gd name="csX41" fmla="*/ 2228225 w 11289672"/>
                      <a:gd name="csY41" fmla="*/ 1352324 h 1352324"/>
                      <a:gd name="csX42" fmla="*/ 1634031 w 11289672"/>
                      <a:gd name="csY42" fmla="*/ 1352324 h 1352324"/>
                      <a:gd name="csX43" fmla="*/ 1265632 w 11289672"/>
                      <a:gd name="csY43" fmla="*/ 1352324 h 1352324"/>
                      <a:gd name="csX44" fmla="*/ 0 w 11289672"/>
                      <a:gd name="csY44" fmla="*/ 1352324 h 1352324"/>
                      <a:gd name="csX45" fmla="*/ 0 w 11289672"/>
                      <a:gd name="csY45" fmla="*/ 901549 h 1352324"/>
                      <a:gd name="csX46" fmla="*/ 0 w 11289672"/>
                      <a:gd name="csY46" fmla="*/ 450775 h 1352324"/>
                      <a:gd name="csX47" fmla="*/ 0 w 11289672"/>
                      <a:gd name="csY47" fmla="*/ 0 h 1352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</a:cxnLst>
                    <a:rect l="l" t="t" r="r" b="b"/>
                    <a:pathLst>
                      <a:path w="11289672" h="1352324" extrusionOk="0">
                        <a:moveTo>
                          <a:pt x="0" y="0"/>
                        </a:moveTo>
                        <a:cubicBezTo>
                          <a:pt x="170050" y="-21731"/>
                          <a:pt x="262420" y="6830"/>
                          <a:pt x="481297" y="0"/>
                        </a:cubicBezTo>
                        <a:cubicBezTo>
                          <a:pt x="700174" y="-6830"/>
                          <a:pt x="642551" y="14807"/>
                          <a:pt x="736800" y="0"/>
                        </a:cubicBezTo>
                        <a:cubicBezTo>
                          <a:pt x="831049" y="-14807"/>
                          <a:pt x="1270103" y="21584"/>
                          <a:pt x="1556786" y="0"/>
                        </a:cubicBezTo>
                        <a:cubicBezTo>
                          <a:pt x="1843469" y="-21584"/>
                          <a:pt x="1809671" y="5020"/>
                          <a:pt x="2038083" y="0"/>
                        </a:cubicBezTo>
                        <a:cubicBezTo>
                          <a:pt x="2266495" y="-5020"/>
                          <a:pt x="2387196" y="47202"/>
                          <a:pt x="2519379" y="0"/>
                        </a:cubicBezTo>
                        <a:cubicBezTo>
                          <a:pt x="2651562" y="-47202"/>
                          <a:pt x="3140489" y="4804"/>
                          <a:pt x="3339366" y="0"/>
                        </a:cubicBezTo>
                        <a:cubicBezTo>
                          <a:pt x="3538243" y="-4804"/>
                          <a:pt x="3584468" y="18171"/>
                          <a:pt x="3707766" y="0"/>
                        </a:cubicBezTo>
                        <a:cubicBezTo>
                          <a:pt x="3831064" y="-18171"/>
                          <a:pt x="4360739" y="83621"/>
                          <a:pt x="4527753" y="0"/>
                        </a:cubicBezTo>
                        <a:cubicBezTo>
                          <a:pt x="4694767" y="-83621"/>
                          <a:pt x="5138401" y="19470"/>
                          <a:pt x="5347739" y="0"/>
                        </a:cubicBezTo>
                        <a:cubicBezTo>
                          <a:pt x="5557077" y="-19470"/>
                          <a:pt x="5810525" y="65934"/>
                          <a:pt x="5941933" y="0"/>
                        </a:cubicBezTo>
                        <a:cubicBezTo>
                          <a:pt x="6073341" y="-65934"/>
                          <a:pt x="6513137" y="14321"/>
                          <a:pt x="6761919" y="0"/>
                        </a:cubicBezTo>
                        <a:cubicBezTo>
                          <a:pt x="7010701" y="-14321"/>
                          <a:pt x="7053737" y="43663"/>
                          <a:pt x="7243216" y="0"/>
                        </a:cubicBezTo>
                        <a:cubicBezTo>
                          <a:pt x="7432695" y="-43663"/>
                          <a:pt x="7507321" y="55144"/>
                          <a:pt x="7724512" y="0"/>
                        </a:cubicBezTo>
                        <a:cubicBezTo>
                          <a:pt x="7941703" y="-55144"/>
                          <a:pt x="8165170" y="66224"/>
                          <a:pt x="8431602" y="0"/>
                        </a:cubicBezTo>
                        <a:cubicBezTo>
                          <a:pt x="8698034" y="-66224"/>
                          <a:pt x="8689310" y="33852"/>
                          <a:pt x="8912899" y="0"/>
                        </a:cubicBezTo>
                        <a:cubicBezTo>
                          <a:pt x="9136488" y="-33852"/>
                          <a:pt x="9537580" y="93197"/>
                          <a:pt x="9732886" y="0"/>
                        </a:cubicBezTo>
                        <a:cubicBezTo>
                          <a:pt x="9928192" y="-93197"/>
                          <a:pt x="10325438" y="8217"/>
                          <a:pt x="10552872" y="0"/>
                        </a:cubicBezTo>
                        <a:cubicBezTo>
                          <a:pt x="10780306" y="-8217"/>
                          <a:pt x="11107785" y="65860"/>
                          <a:pt x="11289672" y="0"/>
                        </a:cubicBezTo>
                        <a:cubicBezTo>
                          <a:pt x="11294771" y="145387"/>
                          <a:pt x="11286490" y="285027"/>
                          <a:pt x="11289672" y="437251"/>
                        </a:cubicBezTo>
                        <a:cubicBezTo>
                          <a:pt x="11292854" y="589475"/>
                          <a:pt x="11261869" y="745289"/>
                          <a:pt x="11289672" y="847456"/>
                        </a:cubicBezTo>
                        <a:cubicBezTo>
                          <a:pt x="11317475" y="949623"/>
                          <a:pt x="11265501" y="1169041"/>
                          <a:pt x="11289672" y="1352324"/>
                        </a:cubicBezTo>
                        <a:cubicBezTo>
                          <a:pt x="10938798" y="1356359"/>
                          <a:pt x="10819335" y="1270215"/>
                          <a:pt x="10582582" y="1352324"/>
                        </a:cubicBezTo>
                        <a:cubicBezTo>
                          <a:pt x="10345829" y="1434433"/>
                          <a:pt x="10346153" y="1333547"/>
                          <a:pt x="10214182" y="1352324"/>
                        </a:cubicBezTo>
                        <a:cubicBezTo>
                          <a:pt x="10082211" y="1371101"/>
                          <a:pt x="9822255" y="1317658"/>
                          <a:pt x="9619989" y="1352324"/>
                        </a:cubicBezTo>
                        <a:cubicBezTo>
                          <a:pt x="9417723" y="1386990"/>
                          <a:pt x="9444214" y="1324479"/>
                          <a:pt x="9364486" y="1352324"/>
                        </a:cubicBezTo>
                        <a:cubicBezTo>
                          <a:pt x="9284758" y="1380169"/>
                          <a:pt x="9228114" y="1349921"/>
                          <a:pt x="9108983" y="1352324"/>
                        </a:cubicBezTo>
                        <a:cubicBezTo>
                          <a:pt x="8989852" y="1354727"/>
                          <a:pt x="8673095" y="1281138"/>
                          <a:pt x="8514789" y="1352324"/>
                        </a:cubicBezTo>
                        <a:cubicBezTo>
                          <a:pt x="8356483" y="1423510"/>
                          <a:pt x="8311885" y="1334038"/>
                          <a:pt x="8146390" y="1352324"/>
                        </a:cubicBezTo>
                        <a:cubicBezTo>
                          <a:pt x="7980895" y="1370610"/>
                          <a:pt x="7704449" y="1321762"/>
                          <a:pt x="7439300" y="1352324"/>
                        </a:cubicBezTo>
                        <a:cubicBezTo>
                          <a:pt x="7174151" y="1382886"/>
                          <a:pt x="7175912" y="1322004"/>
                          <a:pt x="7070900" y="1352324"/>
                        </a:cubicBezTo>
                        <a:cubicBezTo>
                          <a:pt x="6965888" y="1382644"/>
                          <a:pt x="6523716" y="1283754"/>
                          <a:pt x="6363810" y="1352324"/>
                        </a:cubicBezTo>
                        <a:cubicBezTo>
                          <a:pt x="6203904" y="1420894"/>
                          <a:pt x="6169162" y="1349398"/>
                          <a:pt x="6108307" y="1352324"/>
                        </a:cubicBezTo>
                        <a:cubicBezTo>
                          <a:pt x="6047452" y="1355250"/>
                          <a:pt x="5577106" y="1275468"/>
                          <a:pt x="5401217" y="1352324"/>
                        </a:cubicBezTo>
                        <a:cubicBezTo>
                          <a:pt x="5225328" y="1429180"/>
                          <a:pt x="5153268" y="1341646"/>
                          <a:pt x="5032817" y="1352324"/>
                        </a:cubicBezTo>
                        <a:cubicBezTo>
                          <a:pt x="4912366" y="1363002"/>
                          <a:pt x="4850099" y="1342133"/>
                          <a:pt x="4777314" y="1352324"/>
                        </a:cubicBezTo>
                        <a:cubicBezTo>
                          <a:pt x="4704529" y="1362515"/>
                          <a:pt x="4494722" y="1313556"/>
                          <a:pt x="4408914" y="1352324"/>
                        </a:cubicBezTo>
                        <a:cubicBezTo>
                          <a:pt x="4323106" y="1391092"/>
                          <a:pt x="4036986" y="1269032"/>
                          <a:pt x="3701824" y="1352324"/>
                        </a:cubicBezTo>
                        <a:cubicBezTo>
                          <a:pt x="3366662" y="1435616"/>
                          <a:pt x="3491301" y="1350841"/>
                          <a:pt x="3333424" y="1352324"/>
                        </a:cubicBezTo>
                        <a:cubicBezTo>
                          <a:pt x="3175547" y="1353807"/>
                          <a:pt x="3190959" y="1330564"/>
                          <a:pt x="3077921" y="1352324"/>
                        </a:cubicBezTo>
                        <a:cubicBezTo>
                          <a:pt x="2964883" y="1374084"/>
                          <a:pt x="2833479" y="1323794"/>
                          <a:pt x="2709521" y="1352324"/>
                        </a:cubicBezTo>
                        <a:cubicBezTo>
                          <a:pt x="2585563" y="1380854"/>
                          <a:pt x="2380232" y="1326611"/>
                          <a:pt x="2228225" y="1352324"/>
                        </a:cubicBezTo>
                        <a:cubicBezTo>
                          <a:pt x="2076218" y="1378037"/>
                          <a:pt x="1778986" y="1348300"/>
                          <a:pt x="1634031" y="1352324"/>
                        </a:cubicBezTo>
                        <a:cubicBezTo>
                          <a:pt x="1489076" y="1356348"/>
                          <a:pt x="1378519" y="1316872"/>
                          <a:pt x="1265632" y="1352324"/>
                        </a:cubicBezTo>
                        <a:cubicBezTo>
                          <a:pt x="1152745" y="1387776"/>
                          <a:pt x="566093" y="1308017"/>
                          <a:pt x="0" y="1352324"/>
                        </a:cubicBezTo>
                        <a:cubicBezTo>
                          <a:pt x="-15597" y="1177731"/>
                          <a:pt x="13623" y="1070536"/>
                          <a:pt x="0" y="901549"/>
                        </a:cubicBezTo>
                        <a:cubicBezTo>
                          <a:pt x="-13623" y="732562"/>
                          <a:pt x="27422" y="548803"/>
                          <a:pt x="0" y="450775"/>
                        </a:cubicBezTo>
                        <a:cubicBezTo>
                          <a:pt x="-27422" y="352747"/>
                          <a:pt x="34658" y="95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r>
              <a:rPr lang="da-DK" sz="1400" dirty="0"/>
              <a:t>Data </a:t>
            </a:r>
            <a:r>
              <a:rPr lang="da-DK" sz="1400" dirty="0" err="1"/>
              <a:t>Tables</a:t>
            </a:r>
            <a:endParaRPr lang="da-DK" sz="1400" dirty="0"/>
          </a:p>
        </p:txBody>
      </p:sp>
    </p:spTree>
    <p:extLst>
      <p:ext uri="{BB962C8B-B14F-4D97-AF65-F5344CB8AC3E}">
        <p14:creationId xmlns:p14="http://schemas.microsoft.com/office/powerpoint/2010/main" val="1662633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EB2074-B06B-EE35-28D8-795C8F85D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59" y="1571611"/>
            <a:ext cx="4438682" cy="37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40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is diagram illustrates a complex data structure representing various entities and their relationships, including dimensions, perimeters, registry titles, locations, and diary entries.&#10;&#10;AI-generated content may be incorrect.">
            <a:extLst>
              <a:ext uri="{FF2B5EF4-FFF2-40B4-BE49-F238E27FC236}">
                <a16:creationId xmlns:a16="http://schemas.microsoft.com/office/drawing/2014/main" id="{16575AA6-9061-C0DB-A4BF-C4653827A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60" y="0"/>
            <a:ext cx="8790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5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9E3AA7D3ADFB4E9F9B6E7FA7777D9D" ma:contentTypeVersion="6" ma:contentTypeDescription="Create a new document." ma:contentTypeScope="" ma:versionID="c5f86967f7bdd70a190d842492b76671">
  <xsd:schema xmlns:xsd="http://www.w3.org/2001/XMLSchema" xmlns:xs="http://www.w3.org/2001/XMLSchema" xmlns:p="http://schemas.microsoft.com/office/2006/metadata/properties" xmlns:ns2="3c9d1a83-128c-48d2-a985-b0c978b72dd4" targetNamespace="http://schemas.microsoft.com/office/2006/metadata/properties" ma:root="true" ma:fieldsID="582acc18dd64f2c2804c90fc9e315fc0" ns2:_="">
    <xsd:import namespace="3c9d1a83-128c-48d2-a985-b0c978b72d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SemantiskModel" minOccurs="0"/>
                <xsd:element ref="ns2:Note" minOccurs="0"/>
                <xsd:element ref="ns2:Description_x002d_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d1a83-128c-48d2-a985-b0c978b72d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emantiskModel" ma:index="11" nillable="true" ma:displayName="Semantisk Model" ma:format="Dropdown" ma:internalName="SemantiskModel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Registry"/>
                        <xsd:enumeration value="Person"/>
                        <xsd:enumeration value="Work"/>
                        <xsd:enumeration value="Location"/>
                        <xsd:enumeration value="Diary"/>
                        <xsd:enumeration value="Calendar"/>
                        <xsd:enumeration value="Planning"/>
                        <xsd:enumeration value="Repository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Note" ma:index="12" nillable="true" ma:displayName="Note" ma:description="Kort beskrivelse af ændring i dokument." ma:format="Dropdown" ma:internalName="Note">
      <xsd:simpleType>
        <xsd:restriction base="dms:Text">
          <xsd:maxLength value="255"/>
        </xsd:restriction>
      </xsd:simpleType>
    </xsd:element>
    <xsd:element name="Description_x002d_Status" ma:index="13" nillable="true" ma:displayName="Description - Status" ma:description="Kort beskrivelse af ændringer i uploaded dokument." ma:format="Dropdown" ma:internalName="Description_x002d_Statu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mantiskModel xmlns="3c9d1a83-128c-48d2-a985-b0c978b72dd4" xsi:nil="true"/>
    <Description_x002d_Status xmlns="3c9d1a83-128c-48d2-a985-b0c978b72dd4" xsi:nil="true"/>
    <Note xmlns="3c9d1a83-128c-48d2-a985-b0c978b72dd4" xsi:nil="true"/>
  </documentManagement>
</p:properties>
</file>

<file path=customXml/itemProps1.xml><?xml version="1.0" encoding="utf-8"?>
<ds:datastoreItem xmlns:ds="http://schemas.openxmlformats.org/officeDocument/2006/customXml" ds:itemID="{A9ACB157-D20E-4E8C-A6CA-A9C7808A0471}"/>
</file>

<file path=customXml/itemProps2.xml><?xml version="1.0" encoding="utf-8"?>
<ds:datastoreItem xmlns:ds="http://schemas.openxmlformats.org/officeDocument/2006/customXml" ds:itemID="{A038BB74-CBB0-467C-9202-DFC36E3831FE}"/>
</file>

<file path=customXml/itemProps3.xml><?xml version="1.0" encoding="utf-8"?>
<ds:datastoreItem xmlns:ds="http://schemas.openxmlformats.org/officeDocument/2006/customXml" ds:itemID="{853603FD-AE6B-47BD-9B92-C9BCE9A151C4}"/>
</file>

<file path=docProps/app.xml><?xml version="1.0" encoding="utf-8"?>
<Properties xmlns="http://schemas.openxmlformats.org/officeDocument/2006/extended-properties" xmlns:vt="http://schemas.openxmlformats.org/officeDocument/2006/docPropsVTypes">
  <TotalTime>5021</TotalTime>
  <Words>676</Words>
  <Application>Microsoft Office PowerPoint</Application>
  <PresentationFormat>Widescreen</PresentationFormat>
  <Paragraphs>227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Ambitionsniveau Fætter BR-keyboard, Lirekassen (Excel-MVP)</vt:lpstr>
      <vt:lpstr>Orgel med 7+ keyboards over 30+ oktaver (i Excel-MVP)</vt:lpstr>
      <vt:lpstr>Orgel med 7+ keyboards over 30+ oktaver (i Excel-MVP)</vt:lpstr>
      <vt:lpstr>Ambitionsniveau Fætter BR-keyboard, Lirekassen eller  Orgel med 7+ keyboards over 30+ oktaver (Excel-MVP)</vt:lpstr>
      <vt:lpstr>Bygge en fuld-skala MVP i Excel  (med Power Query og Power Pivot)</vt:lpstr>
      <vt:lpstr>Bygge en fuld-skala MVP i Excel  (med Power Query og Power Pivot)</vt:lpstr>
      <vt:lpstr>Bygge en fuld-skala MVP i Excel  (med Power Query og Power Pivot)</vt:lpstr>
      <vt:lpstr>Bygge en fuld-skala MVP i Excel  (med Power Query og Power Pivot)</vt:lpstr>
      <vt:lpstr>PowerPoint Presentation</vt:lpstr>
      <vt:lpstr>Bygge en fuld-skala MVP i Excel  (med Power Query og Power Pivot)</vt:lpstr>
      <vt:lpstr>Modeller og struktur bag HCA-Repository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Lebech</dc:creator>
  <cp:lastModifiedBy>Ole Lebech</cp:lastModifiedBy>
  <cp:revision>4</cp:revision>
  <dcterms:created xsi:type="dcterms:W3CDTF">2026-02-11T10:12:49Z</dcterms:created>
  <dcterms:modified xsi:type="dcterms:W3CDTF">2026-06-08T14:37:36Z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0x010100039E3AA7D3ADFB4E9F9B6E7FA7777D9D</vt:lpwstr>
  </property>
</Properties>
</file>